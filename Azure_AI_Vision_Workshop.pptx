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229" r:id="rId4"/>
    <p:sldMasterId id="2147484642" r:id="rId5"/>
  </p:sldMasterIdLst>
  <p:notesMasterIdLst>
    <p:notesMasterId r:id="rId24"/>
  </p:notesMasterIdLst>
  <p:handoutMasterIdLst>
    <p:handoutMasterId r:id="rId25"/>
  </p:handoutMasterIdLst>
  <p:sldIdLst>
    <p:sldId id="1862" r:id="rId6"/>
    <p:sldId id="1863" r:id="rId15"/>
    <p:sldId id="1864" r:id="rId16"/>
    <p:sldId id="1865" r:id="rId17"/>
    <p:sldId id="1866" r:id="rId18"/>
    <p:sldId id="1867" r:id="rId19"/>
    <p:sldId id="1868" r:id="rId20"/>
    <p:sldId id="1869" r:id="rId21"/>
    <p:sldId id="1870" r:id="rId22"/>
    <p:sldId id="1871" r:id="rId23"/>
    <p:sldId id="1872" r:id="rId14"/>
    <p:sldId id="1873" r:id="rId13"/>
  </p:sldIdLst>
  <p:sldSz cx="12192000" cy="6858000"/>
  <p:notesSz cx="6858000" cy="9144000"/>
  <p:defaultTextStyle>
    <a:defPPr>
      <a:defRPr lang="en-US"/>
    </a:defPPr>
    <a:lvl1pPr marL="0" algn="l" defTabSz="914367" rtl="0" eaLnBrk="1" latinLnBrk="0" hangingPunct="1">
      <a:defRPr sz="1765" kern="1200">
        <a:solidFill>
          <a:schemeClr val="tx1"/>
        </a:solidFill>
        <a:latin typeface="+mn-lt"/>
        <a:ea typeface="+mn-ea"/>
        <a:cs typeface="+mn-cs"/>
      </a:defRPr>
    </a:lvl1pPr>
    <a:lvl2pPr marL="457183" algn="l" defTabSz="914367" rtl="0" eaLnBrk="1" latinLnBrk="0" hangingPunct="1">
      <a:defRPr sz="1765" kern="1200">
        <a:solidFill>
          <a:schemeClr val="tx1"/>
        </a:solidFill>
        <a:latin typeface="+mn-lt"/>
        <a:ea typeface="+mn-ea"/>
        <a:cs typeface="+mn-cs"/>
      </a:defRPr>
    </a:lvl2pPr>
    <a:lvl3pPr marL="914367" algn="l" defTabSz="914367" rtl="0" eaLnBrk="1" latinLnBrk="0" hangingPunct="1">
      <a:defRPr sz="1765" kern="1200">
        <a:solidFill>
          <a:schemeClr val="tx1"/>
        </a:solidFill>
        <a:latin typeface="+mn-lt"/>
        <a:ea typeface="+mn-ea"/>
        <a:cs typeface="+mn-cs"/>
      </a:defRPr>
    </a:lvl3pPr>
    <a:lvl4pPr marL="1371550" algn="l" defTabSz="914367" rtl="0" eaLnBrk="1" latinLnBrk="0" hangingPunct="1">
      <a:defRPr sz="1765" kern="1200">
        <a:solidFill>
          <a:schemeClr val="tx1"/>
        </a:solidFill>
        <a:latin typeface="+mn-lt"/>
        <a:ea typeface="+mn-ea"/>
        <a:cs typeface="+mn-cs"/>
      </a:defRPr>
    </a:lvl4pPr>
    <a:lvl5pPr marL="1828734" algn="l" defTabSz="914367" rtl="0" eaLnBrk="1" latinLnBrk="0" hangingPunct="1">
      <a:defRPr sz="1765" kern="1200">
        <a:solidFill>
          <a:schemeClr val="tx1"/>
        </a:solidFill>
        <a:latin typeface="+mn-lt"/>
        <a:ea typeface="+mn-ea"/>
        <a:cs typeface="+mn-cs"/>
      </a:defRPr>
    </a:lvl5pPr>
    <a:lvl6pPr marL="2285918" algn="l" defTabSz="914367" rtl="0" eaLnBrk="1" latinLnBrk="0" hangingPunct="1">
      <a:defRPr sz="1765" kern="1200">
        <a:solidFill>
          <a:schemeClr val="tx1"/>
        </a:solidFill>
        <a:latin typeface="+mn-lt"/>
        <a:ea typeface="+mn-ea"/>
        <a:cs typeface="+mn-cs"/>
      </a:defRPr>
    </a:lvl6pPr>
    <a:lvl7pPr marL="2743101" algn="l" defTabSz="914367" rtl="0" eaLnBrk="1" latinLnBrk="0" hangingPunct="1">
      <a:defRPr sz="1765" kern="1200">
        <a:solidFill>
          <a:schemeClr val="tx1"/>
        </a:solidFill>
        <a:latin typeface="+mn-lt"/>
        <a:ea typeface="+mn-ea"/>
        <a:cs typeface="+mn-cs"/>
      </a:defRPr>
    </a:lvl7pPr>
    <a:lvl8pPr marL="3200284" algn="l" defTabSz="914367" rtl="0" eaLnBrk="1" latinLnBrk="0" hangingPunct="1">
      <a:defRPr sz="1765" kern="1200">
        <a:solidFill>
          <a:schemeClr val="tx1"/>
        </a:solidFill>
        <a:latin typeface="+mn-lt"/>
        <a:ea typeface="+mn-ea"/>
        <a:cs typeface="+mn-cs"/>
      </a:defRPr>
    </a:lvl8pPr>
    <a:lvl9pPr marL="3657469" algn="l" defTabSz="914367" rtl="0" eaLnBrk="1" latinLnBrk="0" hangingPunct="1">
      <a:defRPr sz="1765" kern="1200">
        <a:solidFill>
          <a:schemeClr val="tx1"/>
        </a:solidFill>
        <a:latin typeface="+mn-lt"/>
        <a:ea typeface="+mn-ea"/>
        <a:cs typeface="+mn-cs"/>
      </a:defRPr>
    </a:lvl9pPr>
  </p:defaultTextStyle>
  <p:extLst>
    <p:ext uri="{521415D9-36F7-43E2-AB2F-B90AF26B5E84}">
      <p14:sectionLst xmlns:p14="http://schemas.microsoft.com/office/powerpoint/2010/main">
        <p14:section name="Light Template" id="{A073DAE3-B461-442F-A3D3-6642BD875E45}">
          <p14:sldIdLst/>
        </p14:section>
        <p14:section name="Dark template" id="{888AB95E-1B7E-4E95-8F39-C5D0E8372BC2}">
          <p14:sldIdLst>
            <p14:sldId id="1862"/>
            <p14:sldId id="1860"/>
            <p14:sldId id="1865"/>
            <p14:sldId id="1868"/>
            <p14:sldId id="1825"/>
            <p14:sldId id="1826"/>
            <p14:sldId id="1869"/>
            <p14:sldId id="1827"/>
            <p14:sldId id="1828"/>
            <p14:sldId id="1829"/>
            <p14:sldId id="1861"/>
            <p14:sldId id="1842"/>
            <p14:sldId id="1854"/>
            <p14:sldId id="1855"/>
            <p14:sldId id="1856"/>
            <p14:sldId id="1838"/>
            <p14:sldId id="1839"/>
            <p14:sldId id="1532"/>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Saku Uchikawa" initials="SU" lastIdx="11" clrIdx="0"/>
  <p:cmAuthor id="1" name="Mary Feil-Jacobs" initials="MFJ" lastIdx="43" clrIdx="1"/>
  <p:cmAuthor id="2" name="Monica Lueder" initials="ML" lastIdx="22" clrIdx="2">
    <p:extLst>
      <p:ext uri="{19B8F6BF-5375-455C-9EA6-DF929625EA0E}">
        <p15:presenceInfo xmlns:p15="http://schemas.microsoft.com/office/powerpoint/2012/main" userId="S-1-5-21-2127521184-1604012920-1887927527-2598260" providerId="AD"/>
      </p:ext>
    </p:extLst>
  </p:cmAuthor>
  <p:cmAuthor id="3" name="Mary Feil-Jacobs" initials="MF" lastIdx="28" clrIdx="3">
    <p:extLst>
      <p:ext uri="{19B8F6BF-5375-455C-9EA6-DF929625EA0E}">
        <p15:presenceInfo xmlns:p15="http://schemas.microsoft.com/office/powerpoint/2012/main" userId="S-1-5-21-2127521184-1604012920-1887927527-650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59DFF"/>
    <a:srgbClr val="E6E6E6"/>
    <a:srgbClr val="2F2F2F"/>
    <a:srgbClr val="F2F2F2"/>
    <a:srgbClr val="D2D2D2"/>
    <a:srgbClr val="5C2D91"/>
    <a:srgbClr val="00BCF2"/>
    <a:srgbClr val="0078D4"/>
    <a:srgbClr val="037BDA"/>
    <a:srgbClr val="1A1A1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 uri="{1BD7E111-0CB8-44D6-8891-C1BB2F81B7CC}">
      <p1710:readonlyRecommended xmlns:p1710="http://schemas.microsoft.com/office/powerpoint/2017/10/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2E7436-30B0-4F51-868D-F529237ECD5B}" v="1" dt="2025-10-13T15:12:36.75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8FB837D-C827-4EFA-A057-4D05807E0F7C}" styleName="Themed Style 1 - Accent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8104"/>
    <p:restoredTop sz="94701"/>
  </p:normalViewPr>
  <p:slideViewPr>
    <p:cSldViewPr snapToGrid="0">
      <p:cViewPr varScale="1">
        <p:scale>
          <a:sx n="62" d="100"/>
          <a:sy n="62" d="100"/>
        </p:scale>
        <p:origin x="176" y="2288"/>
      </p:cViewPr>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 Target="slides/slide1.xml"/><Relationship Id="rId13" Type="http://schemas.openxmlformats.org/officeDocument/2006/relationships/slide" Target="slides/slide12.xml"/><Relationship Id="rId14" Type="http://schemas.openxmlformats.org/officeDocument/2006/relationships/slide" Target="slides/slide11.xml"/><Relationship Id="rId15" Type="http://schemas.openxmlformats.org/officeDocument/2006/relationships/slide" Target="slides/slide2.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notesMaster" Target="notesMasters/notesMaster1.xml"/><Relationship Id="rId25" Type="http://schemas.openxmlformats.org/officeDocument/2006/relationships/handoutMaster" Target="handoutMasters/handoutMaster1.xml"/><Relationship Id="rId26" Type="http://schemas.openxmlformats.org/officeDocument/2006/relationships/commentAuthors" Target="commentAuthors.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Header Placeholder 5"/>
          <p:cNvSpPr>
            <a:spLocks noGrp="1"/>
          </p:cNvSpPr>
          <p:nvPr>
            <p:ph type="hdr" sz="quarter"/>
          </p:nvPr>
        </p:nvSpPr>
        <p:spPr>
          <a:xfrm>
            <a:off x="0" y="-11574"/>
            <a:ext cx="2971800" cy="457200"/>
          </a:xfrm>
          <a:prstGeom prst="rect">
            <a:avLst/>
          </a:prstGeom>
        </p:spPr>
        <p:txBody>
          <a:bodyPr vert="horz" lIns="91440" tIns="45720" rIns="91440" bIns="45720" rtlCol="0"/>
          <a:lstStyle>
            <a:lvl1pPr algn="l">
              <a:defRPr sz="1200"/>
            </a:lvl1pPr>
          </a:lstStyle>
          <a:p>
            <a:endParaRPr lang="en-US">
              <a:latin typeface="Segoe UI" pitchFamily="34" charset="0"/>
            </a:endParaRPr>
          </a:p>
        </p:txBody>
      </p:sp>
      <p:sp>
        <p:nvSpPr>
          <p:cNvPr id="7" name="Date Placeholder 6"/>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460F9EC6-89FF-47E1-8594-1A32E3B45134}" type="datetime8">
              <a:rPr lang="en-US" smtClean="0">
                <a:latin typeface="Segoe UI" pitchFamily="34" charset="0"/>
              </a:rPr>
              <a:t>12/28/25 1:58 PM</a:t>
            </a:fld>
            <a:endParaRPr lang="en-US">
              <a:latin typeface="Segoe UI" pitchFamily="34" charset="0"/>
            </a:endParaRPr>
          </a:p>
        </p:txBody>
      </p:sp>
      <p:sp>
        <p:nvSpPr>
          <p:cNvPr id="8" name="Footer Placeholder 7"/>
          <p:cNvSpPr>
            <a:spLocks noGrp="1"/>
          </p:cNvSpPr>
          <p:nvPr>
            <p:ph type="ftr" sz="quarter" idx="2"/>
          </p:nvPr>
        </p:nvSpPr>
        <p:spPr>
          <a:xfrm>
            <a:off x="0" y="8685213"/>
            <a:ext cx="5795010" cy="332434"/>
          </a:xfrm>
          <a:prstGeom prst="rect">
            <a:avLst/>
          </a:prstGeom>
        </p:spPr>
        <p:txBody>
          <a:bodyPr vert="horz" lIns="91440" tIns="45720" rIns="91440" bIns="45720" rtlCol="0" anchor="b"/>
          <a:lstStyle>
            <a:lvl1pPr algn="l">
              <a:defRPr sz="1200"/>
            </a:lvl1pPr>
          </a:lstStyle>
          <a:p>
            <a:pPr marL="398463" defTabSz="914099" eaLnBrk="0" hangingPunct="0"/>
            <a:r>
              <a:rPr lang="en-US" sz="400">
                <a:gradFill>
                  <a:gsLst>
                    <a:gs pos="0">
                      <a:schemeClr val="tx1"/>
                    </a:gs>
                    <a:gs pos="100000">
                      <a:schemeClr val="tx1"/>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9" name="Slide Number Placeholder 8"/>
          <p:cNvSpPr>
            <a:spLocks noGrp="1"/>
          </p:cNvSpPr>
          <p:nvPr>
            <p:ph type="sldNum" sz="quarter" idx="3"/>
          </p:nvPr>
        </p:nvSpPr>
        <p:spPr>
          <a:xfrm>
            <a:off x="5783579" y="8685213"/>
            <a:ext cx="1072833" cy="457200"/>
          </a:xfrm>
          <a:prstGeom prst="rect">
            <a:avLst/>
          </a:prstGeom>
        </p:spPr>
        <p:txBody>
          <a:bodyPr vert="horz" lIns="91440" tIns="45720" rIns="91440" bIns="45720" rtlCol="0" anchor="b"/>
          <a:lstStyle>
            <a:lvl1pPr algn="r">
              <a:defRPr sz="1200"/>
            </a:lvl1pPr>
          </a:lstStyle>
          <a:p>
            <a:fld id="{0EC9E9D6-92A0-482B-A603-C9BA7FFB8190}" type="slidenum">
              <a:rPr lang="en-US" smtClean="0">
                <a:latin typeface="Segoe UI" pitchFamily="34" charset="0"/>
              </a:rPr>
              <a:t>‹#›</a:t>
            </a:fld>
            <a:endParaRPr lang="en-US">
              <a:latin typeface="Segoe UI" pitchFamily="34" charset="0"/>
            </a:endParaRPr>
          </a:p>
        </p:txBody>
      </p:sp>
    </p:spTree>
    <p:extLst>
      <p:ext uri="{BB962C8B-B14F-4D97-AF65-F5344CB8AC3E}">
        <p14:creationId xmlns:p14="http://schemas.microsoft.com/office/powerpoint/2010/main" val="3904595630"/>
      </p:ext>
    </p:extLst>
  </p:cSld>
  <p:clrMap bg1="lt1" tx1="dk1" bg2="lt2" tx2="dk2" accent1="accent1" accent2="accent2" accent3="accent3" accent4="accent4" accent5="accent5" accent6="accent6" hlink="hlink" folHlink="folHlink"/>
  <p:hf/>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8" name="Header Placeholder 7"/>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Segoe UI" pitchFamily="34" charset="0"/>
              </a:defRPr>
            </a:lvl1pPr>
          </a:lstStyle>
          <a:p>
            <a:endParaRPr lang="en-US"/>
          </a:p>
        </p:txBody>
      </p:sp>
      <p:sp>
        <p:nvSpPr>
          <p:cNvPr id="9" name="Slide Image Placeholder 8"/>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10" name="Footer Placeholder 9"/>
          <p:cNvSpPr>
            <a:spLocks noGrp="1"/>
          </p:cNvSpPr>
          <p:nvPr>
            <p:ph type="ftr" sz="quarter" idx="4"/>
          </p:nvPr>
        </p:nvSpPr>
        <p:spPr>
          <a:xfrm>
            <a:off x="0" y="8686800"/>
            <a:ext cx="5920740" cy="355964"/>
          </a:xfrm>
          <a:prstGeom prst="rect">
            <a:avLst/>
          </a:prstGeom>
        </p:spPr>
        <p:txBody>
          <a:bodyPr vert="horz" lIns="91440" tIns="45720" rIns="91440" bIns="45720" rtlCol="0" anchor="b"/>
          <a:lstStyle>
            <a:lvl1pPr marL="571500" indent="0" algn="l">
              <a:defRPr sz="1200"/>
            </a:lvl1pPr>
          </a:lstStyle>
          <a:p>
            <a:pPr defTabSz="914099" eaLnBrk="0" hangingPunct="0"/>
            <a:r>
              <a:rPr lang="en-US" sz="400">
                <a:gradFill>
                  <a:gsLst>
                    <a:gs pos="0">
                      <a:prstClr val="black"/>
                    </a:gs>
                    <a:gs pos="100000">
                      <a:prstClr val="black"/>
                    </a:gs>
                  </a:gsLst>
                  <a:lin ang="5400000" scaled="0"/>
                </a:gradFill>
                <a:latin typeface="Segoe UI" pitchFamily="34" charset="0"/>
                <a:ea typeface="Segoe UI" pitchFamily="34" charset="0"/>
                <a:cs typeface="Segoe UI" pitchFamily="34" charset="0"/>
              </a:rPr>
              <a:t>© Microsoft Corporation. All rights reserved. MICROSOFT MAKES NO WARRANTIES, EXPRESS, IMPLIED OR STATUTORY, AS TO THE INFORMATION IN THIS PRESENTATION.</a:t>
            </a:r>
          </a:p>
        </p:txBody>
      </p:sp>
      <p:sp>
        <p:nvSpPr>
          <p:cNvPr id="11" name="Date Placeholder 10"/>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Segoe UI" pitchFamily="34" charset="0"/>
              </a:defRPr>
            </a:lvl1pPr>
          </a:lstStyle>
          <a:p>
            <a:fld id="{386CE63F-9E7F-4C04-9D0D-FCA25A8E9E86}" type="datetime8">
              <a:rPr lang="en-US" smtClean="0"/>
              <a:t>12/28/25 1:58 PM</a:t>
            </a:fld>
            <a:endParaRPr lang="en-US"/>
          </a:p>
        </p:txBody>
      </p:sp>
      <p:sp>
        <p:nvSpPr>
          <p:cNvPr id="12" name="Notes Placeholder 11"/>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Slide Number Placeholder 12"/>
          <p:cNvSpPr>
            <a:spLocks noGrp="1"/>
          </p:cNvSpPr>
          <p:nvPr>
            <p:ph type="sldNum" sz="quarter" idx="5"/>
          </p:nvPr>
        </p:nvSpPr>
        <p:spPr>
          <a:xfrm>
            <a:off x="5909309" y="8685213"/>
            <a:ext cx="947103" cy="457200"/>
          </a:xfrm>
          <a:prstGeom prst="rect">
            <a:avLst/>
          </a:prstGeom>
        </p:spPr>
        <p:txBody>
          <a:bodyPr vert="horz" lIns="91440" tIns="45720" rIns="91440" bIns="45720" rtlCol="0" anchor="b"/>
          <a:lstStyle>
            <a:lvl1pPr algn="r">
              <a:defRPr sz="1200">
                <a:latin typeface="Segoe UI" pitchFamily="34" charset="0"/>
              </a:defRPr>
            </a:lvl1pPr>
          </a:lstStyle>
          <a:p>
            <a:fld id="{B4008EB6-D09E-4580-8CD6-DDB14511944F}" type="slidenum">
              <a:rPr lang="en-US" smtClean="0"/>
              <a:pPr/>
              <a:t>‹#›</a:t>
            </a:fld>
            <a:endParaRPr lang="en-US"/>
          </a:p>
        </p:txBody>
      </p:sp>
    </p:spTree>
    <p:extLst>
      <p:ext uri="{BB962C8B-B14F-4D97-AF65-F5344CB8AC3E}">
        <p14:creationId xmlns:p14="http://schemas.microsoft.com/office/powerpoint/2010/main" val="2624648265"/>
      </p:ext>
    </p:extLst>
  </p:cSld>
  <p:clrMap bg1="lt1" tx1="dk1" bg2="lt2" tx2="dk2" accent1="accent1" accent2="accent2" accent3="accent3" accent4="accent4" accent5="accent5" accent6="accent6" hlink="hlink" folHlink="folHlink"/>
  <p:hf/>
  <p:notesStyle>
    <a:lvl1pPr marL="0" algn="l" defTabSz="914367" rtl="0" eaLnBrk="1" latinLnBrk="0" hangingPunct="1">
      <a:lnSpc>
        <a:spcPct val="90000"/>
      </a:lnSpc>
      <a:spcAft>
        <a:spcPts val="333"/>
      </a:spcAft>
      <a:defRPr sz="882" kern="1200">
        <a:solidFill>
          <a:schemeClr val="tx1"/>
        </a:solidFill>
        <a:latin typeface="Segoe UI Light" pitchFamily="34" charset="0"/>
        <a:ea typeface="+mn-ea"/>
        <a:cs typeface="+mn-cs"/>
      </a:defRPr>
    </a:lvl1pPr>
    <a:lvl2pPr marL="212982" indent="-105829" algn="l" defTabSz="914367" rtl="0" eaLnBrk="1" latinLnBrk="0" hangingPunct="1">
      <a:lnSpc>
        <a:spcPct val="90000"/>
      </a:lnSpc>
      <a:spcAft>
        <a:spcPts val="333"/>
      </a:spcAft>
      <a:buFont typeface="Arial" pitchFamily="34" charset="0"/>
      <a:buChar char="•"/>
      <a:defRPr sz="882" kern="1200">
        <a:solidFill>
          <a:schemeClr val="tx1"/>
        </a:solidFill>
        <a:latin typeface="Segoe UI Light" pitchFamily="34" charset="0"/>
        <a:ea typeface="+mn-ea"/>
        <a:cs typeface="+mn-cs"/>
      </a:defRPr>
    </a:lvl2pPr>
    <a:lvl3pPr marL="328071"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Light" pitchFamily="34" charset="0"/>
        <a:ea typeface="+mn-ea"/>
        <a:cs typeface="+mn-cs"/>
      </a:defRPr>
    </a:lvl3pPr>
    <a:lvl4pPr marL="482848" indent="-146838" algn="l" defTabSz="914367" rtl="0" eaLnBrk="1" latinLnBrk="0" hangingPunct="1">
      <a:lnSpc>
        <a:spcPct val="90000"/>
      </a:lnSpc>
      <a:spcAft>
        <a:spcPts val="333"/>
      </a:spcAft>
      <a:buFont typeface="Arial" pitchFamily="34" charset="0"/>
      <a:buChar char="•"/>
      <a:defRPr sz="882" kern="1200">
        <a:solidFill>
          <a:schemeClr val="tx1"/>
        </a:solidFill>
        <a:latin typeface="Segoe UI Light" pitchFamily="34" charset="0"/>
        <a:ea typeface="+mn-ea"/>
        <a:cs typeface="+mn-cs"/>
      </a:defRPr>
    </a:lvl4pPr>
    <a:lvl5pPr marL="615134" indent="-115090" algn="l" defTabSz="914367" rtl="0" eaLnBrk="1" latinLnBrk="0" hangingPunct="1">
      <a:lnSpc>
        <a:spcPct val="90000"/>
      </a:lnSpc>
      <a:spcAft>
        <a:spcPts val="333"/>
      </a:spcAft>
      <a:buFont typeface="Arial" pitchFamily="34" charset="0"/>
      <a:buChar char="•"/>
      <a:defRPr sz="882" kern="1200">
        <a:solidFill>
          <a:schemeClr val="tx1"/>
        </a:solidFill>
        <a:latin typeface="Segoe UI Light" pitchFamily="34" charset="0"/>
        <a:ea typeface="+mn-ea"/>
        <a:cs typeface="+mn-cs"/>
      </a:defRPr>
    </a:lvl5pPr>
    <a:lvl6pPr marL="2285918" algn="l" defTabSz="914367" rtl="0" eaLnBrk="1" latinLnBrk="0" hangingPunct="1">
      <a:defRPr sz="1176" kern="1200">
        <a:solidFill>
          <a:schemeClr val="tx1"/>
        </a:solidFill>
        <a:latin typeface="+mn-lt"/>
        <a:ea typeface="+mn-ea"/>
        <a:cs typeface="+mn-cs"/>
      </a:defRPr>
    </a:lvl6pPr>
    <a:lvl7pPr marL="2743101" algn="l" defTabSz="914367" rtl="0" eaLnBrk="1" latinLnBrk="0" hangingPunct="1">
      <a:defRPr sz="1176" kern="1200">
        <a:solidFill>
          <a:schemeClr val="tx1"/>
        </a:solidFill>
        <a:latin typeface="+mn-lt"/>
        <a:ea typeface="+mn-ea"/>
        <a:cs typeface="+mn-cs"/>
      </a:defRPr>
    </a:lvl7pPr>
    <a:lvl8pPr marL="3200284" algn="l" defTabSz="914367" rtl="0" eaLnBrk="1" latinLnBrk="0" hangingPunct="1">
      <a:defRPr sz="1176" kern="1200">
        <a:solidFill>
          <a:schemeClr val="tx1"/>
        </a:solidFill>
        <a:latin typeface="+mn-lt"/>
        <a:ea typeface="+mn-ea"/>
        <a:cs typeface="+mn-cs"/>
      </a:defRPr>
    </a:lvl8pPr>
    <a:lvl9pPr marL="3657469" algn="l" defTabSz="914367" rtl="0" eaLnBrk="1" latinLnBrk="0" hangingPunct="1">
      <a:defRPr sz="1176"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e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e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jpe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7.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7.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Walkin 1">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8877C49-379C-4530-89DA-E5FB27C7DDFE}"/>
              </a:ext>
            </a:extLst>
          </p:cNvPr>
          <p:cNvPicPr>
            <a:picLocks noChangeAspect="1"/>
          </p:cNvPicPr>
          <p:nvPr userDrawn="1"/>
        </p:nvPicPr>
        <p:blipFill rotWithShape="1">
          <a:blip r:embed="rId2"/>
          <a:srcRect/>
          <a:stretch/>
        </p:blipFill>
        <p:spPr>
          <a:xfrm>
            <a:off x="0" y="0"/>
            <a:ext cx="12192000" cy="6858000"/>
          </a:xfrm>
          <a:prstGeom prst="rect">
            <a:avLst/>
          </a:prstGeom>
        </p:spPr>
      </p:pic>
    </p:spTree>
    <p:extLst>
      <p:ext uri="{BB962C8B-B14F-4D97-AF65-F5344CB8AC3E}">
        <p14:creationId xmlns:p14="http://schemas.microsoft.com/office/powerpoint/2010/main" val="3091831642"/>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4">
          <p15:clr>
            <a:srgbClr val="5ACBF0"/>
          </p15:clr>
        </p15:guide>
        <p15:guide id="3" orient="horz" pos="288">
          <p15:clr>
            <a:srgbClr val="5ACBF0"/>
          </p15:clr>
        </p15:guide>
        <p15:guide id="4" orient="horz" pos="2160" userDrawn="1">
          <p15:clr>
            <a:srgbClr val="FBAE40"/>
          </p15:clr>
        </p15:guide>
        <p15:guide id="5"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Walkin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A8638A5-F250-4F13-8367-9EF5EEBD9BB1}"/>
              </a:ext>
            </a:extLst>
          </p:cNvPr>
          <p:cNvPicPr>
            <a:picLocks noChangeAspect="1"/>
          </p:cNvPicPr>
          <p:nvPr userDrawn="1"/>
        </p:nvPicPr>
        <p:blipFill rotWithShape="1">
          <a:blip r:embed="rId2"/>
          <a:srcRect t="35" b="35"/>
          <a:stretch/>
        </p:blipFill>
        <p:spPr>
          <a:xfrm>
            <a:off x="1" y="604414"/>
            <a:ext cx="12192000" cy="6253586"/>
          </a:xfrm>
          <a:prstGeom prst="rect">
            <a:avLst/>
          </a:prstGeom>
        </p:spPr>
      </p:pic>
      <p:pic>
        <p:nvPicPr>
          <p:cNvPr id="4" name="Picture 3">
            <a:extLst>
              <a:ext uri="{FF2B5EF4-FFF2-40B4-BE49-F238E27FC236}">
                <a16:creationId xmlns:a16="http://schemas.microsoft.com/office/drawing/2014/main" id="{732181C1-02C8-4170-8050-04F95DCD6088}"/>
              </a:ext>
            </a:extLst>
          </p:cNvPr>
          <p:cNvPicPr>
            <a:picLocks noChangeAspect="1"/>
          </p:cNvPicPr>
          <p:nvPr userDrawn="1"/>
        </p:nvPicPr>
        <p:blipFill>
          <a:blip r:embed="rId3"/>
          <a:srcRect/>
          <a:stretch/>
        </p:blipFill>
        <p:spPr>
          <a:xfrm>
            <a:off x="587376" y="597152"/>
            <a:ext cx="2132954" cy="399928"/>
          </a:xfrm>
          <a:prstGeom prst="rect">
            <a:avLst/>
          </a:prstGeom>
        </p:spPr>
      </p:pic>
      <p:sp>
        <p:nvSpPr>
          <p:cNvPr id="11" name="Title 1">
            <a:extLst>
              <a:ext uri="{FF2B5EF4-FFF2-40B4-BE49-F238E27FC236}">
                <a16:creationId xmlns:a16="http://schemas.microsoft.com/office/drawing/2014/main" id="{44720DB8-197A-46F9-9308-F4EA3C845D02}"/>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rgbClr val="1A1A1A"/>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6EE72941-1039-4EEF-BADF-39923BC2573C}"/>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rgbClr val="1A1A1A"/>
                </a:solidFill>
                <a:latin typeface="+mn-lt"/>
                <a:cs typeface="Segoe UI" panose="020B0502040204020203" pitchFamily="34" charset="0"/>
              </a:defRPr>
            </a:lvl1pPr>
          </a:lstStyle>
          <a:p>
            <a:pPr lvl="0"/>
            <a:r>
              <a:rPr lang="en-US"/>
              <a:t>Speaker name or subtitle text</a:t>
            </a:r>
          </a:p>
        </p:txBody>
      </p:sp>
    </p:spTree>
    <p:extLst>
      <p:ext uri="{BB962C8B-B14F-4D97-AF65-F5344CB8AC3E}">
        <p14:creationId xmlns:p14="http://schemas.microsoft.com/office/powerpoint/2010/main" val="347023116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20" userDrawn="1">
          <p15:clr>
            <a:srgbClr val="5ACBF0"/>
          </p15:clr>
        </p15:guide>
        <p15:guide id="4" orient="horz" pos="21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alkin 3">
    <p:bg>
      <p:bgPr>
        <a:solidFill>
          <a:schemeClr val="tx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57AB98C-3D65-4B37-98D9-D5EA9098B772}"/>
              </a:ext>
            </a:extLst>
          </p:cNvPr>
          <p:cNvPicPr>
            <a:picLocks noChangeAspect="1"/>
          </p:cNvPicPr>
          <p:nvPr userDrawn="1"/>
        </p:nvPicPr>
        <p:blipFill>
          <a:blip r:embed="rId2"/>
          <a:srcRect/>
          <a:stretch/>
        </p:blipFill>
        <p:spPr>
          <a:xfrm>
            <a:off x="0" y="6017392"/>
            <a:ext cx="12192000" cy="257996"/>
          </a:xfrm>
          <a:prstGeom prst="rect">
            <a:avLst/>
          </a:prstGeom>
        </p:spPr>
      </p:pic>
      <p:sp>
        <p:nvSpPr>
          <p:cNvPr id="11" name="Title 1">
            <a:extLst>
              <a:ext uri="{FF2B5EF4-FFF2-40B4-BE49-F238E27FC236}">
                <a16:creationId xmlns:a16="http://schemas.microsoft.com/office/drawing/2014/main" id="{44720DB8-197A-46F9-9308-F4EA3C845D02}"/>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rgbClr val="1A1A1A"/>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6EE72941-1039-4EEF-BADF-39923BC2573C}"/>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rgbClr val="1A1A1A"/>
                </a:solidFill>
                <a:latin typeface="+mn-lt"/>
                <a:cs typeface="Segoe UI" panose="020B0502040204020203" pitchFamily="34" charset="0"/>
              </a:defRPr>
            </a:lvl1pPr>
          </a:lstStyle>
          <a:p>
            <a:pPr lvl="0"/>
            <a:r>
              <a:rPr lang="en-US"/>
              <a:t>Speaker name or subtitle text</a:t>
            </a:r>
          </a:p>
        </p:txBody>
      </p:sp>
      <p:pic>
        <p:nvPicPr>
          <p:cNvPr id="7" name="Picture 6">
            <a:extLst>
              <a:ext uri="{FF2B5EF4-FFF2-40B4-BE49-F238E27FC236}">
                <a16:creationId xmlns:a16="http://schemas.microsoft.com/office/drawing/2014/main" id="{206F3868-20C5-4830-B17D-6B8C97A93A75}"/>
              </a:ext>
            </a:extLst>
          </p:cNvPr>
          <p:cNvPicPr>
            <a:picLocks noChangeAspect="1"/>
          </p:cNvPicPr>
          <p:nvPr userDrawn="1"/>
        </p:nvPicPr>
        <p:blipFill>
          <a:blip r:embed="rId3"/>
          <a:srcRect/>
          <a:stretch/>
        </p:blipFill>
        <p:spPr>
          <a:xfrm>
            <a:off x="587376" y="597152"/>
            <a:ext cx="2132954" cy="399928"/>
          </a:xfrm>
          <a:prstGeom prst="rect">
            <a:avLst/>
          </a:prstGeom>
        </p:spPr>
      </p:pic>
    </p:spTree>
    <p:extLst>
      <p:ext uri="{BB962C8B-B14F-4D97-AF65-F5344CB8AC3E}">
        <p14:creationId xmlns:p14="http://schemas.microsoft.com/office/powerpoint/2010/main" val="3407372421"/>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20">
          <p15:clr>
            <a:srgbClr val="5ACBF0"/>
          </p15:clr>
        </p15:guide>
        <p15:guide id="4" orient="horz" pos="216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Walkin 4">
    <p:bg>
      <p:bgPr>
        <a:solidFill>
          <a:srgbClr val="E6E6E6"/>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44720DB8-197A-46F9-9308-F4EA3C845D02}"/>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rgbClr val="1A1A1A"/>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6EE72941-1039-4EEF-BADF-39923BC2573C}"/>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rgbClr val="1A1A1A"/>
                </a:solidFill>
                <a:latin typeface="+mn-lt"/>
                <a:cs typeface="Segoe UI" panose="020B0502040204020203" pitchFamily="34" charset="0"/>
              </a:defRPr>
            </a:lvl1pPr>
          </a:lstStyle>
          <a:p>
            <a:pPr lvl="0"/>
            <a:r>
              <a:rPr lang="en-US"/>
              <a:t>Speaker name or subtitle text</a:t>
            </a:r>
          </a:p>
        </p:txBody>
      </p:sp>
      <p:pic>
        <p:nvPicPr>
          <p:cNvPr id="7" name="Picture 6">
            <a:extLst>
              <a:ext uri="{FF2B5EF4-FFF2-40B4-BE49-F238E27FC236}">
                <a16:creationId xmlns:a16="http://schemas.microsoft.com/office/drawing/2014/main" id="{6BD5228B-DB0F-46DB-85CA-145A3C2DDEDB}"/>
              </a:ext>
            </a:extLst>
          </p:cNvPr>
          <p:cNvPicPr>
            <a:picLocks noChangeAspect="1"/>
          </p:cNvPicPr>
          <p:nvPr userDrawn="1"/>
        </p:nvPicPr>
        <p:blipFill>
          <a:blip r:embed="rId2"/>
          <a:srcRect t="7" b="7"/>
          <a:stretch/>
        </p:blipFill>
        <p:spPr>
          <a:xfrm>
            <a:off x="1" y="604414"/>
            <a:ext cx="12192000" cy="6253586"/>
          </a:xfrm>
          <a:prstGeom prst="rect">
            <a:avLst/>
          </a:prstGeom>
        </p:spPr>
      </p:pic>
      <p:pic>
        <p:nvPicPr>
          <p:cNvPr id="8" name="Picture 7">
            <a:extLst>
              <a:ext uri="{FF2B5EF4-FFF2-40B4-BE49-F238E27FC236}">
                <a16:creationId xmlns:a16="http://schemas.microsoft.com/office/drawing/2014/main" id="{BAB248D0-EB9E-45FD-BD56-CDC59AA53214}"/>
              </a:ext>
            </a:extLst>
          </p:cNvPr>
          <p:cNvPicPr>
            <a:picLocks noChangeAspect="1"/>
          </p:cNvPicPr>
          <p:nvPr userDrawn="1"/>
        </p:nvPicPr>
        <p:blipFill>
          <a:blip r:embed="rId3"/>
          <a:srcRect/>
          <a:stretch/>
        </p:blipFill>
        <p:spPr>
          <a:xfrm>
            <a:off x="588580" y="595948"/>
            <a:ext cx="2130545" cy="402335"/>
          </a:xfrm>
          <a:prstGeom prst="rect">
            <a:avLst/>
          </a:prstGeom>
        </p:spPr>
      </p:pic>
    </p:spTree>
    <p:extLst>
      <p:ext uri="{BB962C8B-B14F-4D97-AF65-F5344CB8AC3E}">
        <p14:creationId xmlns:p14="http://schemas.microsoft.com/office/powerpoint/2010/main" val="2075878893"/>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20">
          <p15:clr>
            <a:srgbClr val="5ACBF0"/>
          </p15:clr>
        </p15:guide>
        <p15:guide id="4" orient="horz" pos="216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Walkin 5">
    <p:bg>
      <p:bgPr>
        <a:solidFill>
          <a:srgbClr val="F2F2F2"/>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57AB98C-3D65-4B37-98D9-D5EA9098B772}"/>
              </a:ext>
            </a:extLst>
          </p:cNvPr>
          <p:cNvPicPr>
            <a:picLocks noChangeAspect="1"/>
          </p:cNvPicPr>
          <p:nvPr userDrawn="1"/>
        </p:nvPicPr>
        <p:blipFill>
          <a:blip r:embed="rId2"/>
          <a:srcRect t="10" b="10"/>
          <a:stretch/>
        </p:blipFill>
        <p:spPr>
          <a:xfrm>
            <a:off x="0" y="361014"/>
            <a:ext cx="12192000" cy="6496986"/>
          </a:xfrm>
          <a:prstGeom prst="rect">
            <a:avLst/>
          </a:prstGeom>
        </p:spPr>
      </p:pic>
      <p:sp>
        <p:nvSpPr>
          <p:cNvPr id="11" name="Title 1">
            <a:extLst>
              <a:ext uri="{FF2B5EF4-FFF2-40B4-BE49-F238E27FC236}">
                <a16:creationId xmlns:a16="http://schemas.microsoft.com/office/drawing/2014/main" id="{44720DB8-197A-46F9-9308-F4EA3C845D02}"/>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rgbClr val="1A1A1A"/>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6EE72941-1039-4EEF-BADF-39923BC2573C}"/>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rgbClr val="1A1A1A"/>
                </a:solidFill>
                <a:latin typeface="+mn-lt"/>
                <a:cs typeface="Segoe UI" panose="020B0502040204020203" pitchFamily="34" charset="0"/>
              </a:defRPr>
            </a:lvl1pPr>
          </a:lstStyle>
          <a:p>
            <a:pPr lvl="0"/>
            <a:r>
              <a:rPr lang="en-US"/>
              <a:t>Speaker name or subtitle text</a:t>
            </a:r>
          </a:p>
        </p:txBody>
      </p:sp>
      <p:pic>
        <p:nvPicPr>
          <p:cNvPr id="7" name="Picture 6">
            <a:extLst>
              <a:ext uri="{FF2B5EF4-FFF2-40B4-BE49-F238E27FC236}">
                <a16:creationId xmlns:a16="http://schemas.microsoft.com/office/drawing/2014/main" id="{91AB4B28-A3CA-482A-991F-44606913488A}"/>
              </a:ext>
            </a:extLst>
          </p:cNvPr>
          <p:cNvPicPr>
            <a:picLocks noChangeAspect="1"/>
          </p:cNvPicPr>
          <p:nvPr userDrawn="1"/>
        </p:nvPicPr>
        <p:blipFill>
          <a:blip r:embed="rId3"/>
          <a:srcRect/>
          <a:stretch/>
        </p:blipFill>
        <p:spPr>
          <a:xfrm>
            <a:off x="588578" y="595948"/>
            <a:ext cx="2130550" cy="402336"/>
          </a:xfrm>
          <a:prstGeom prst="rect">
            <a:avLst/>
          </a:prstGeom>
        </p:spPr>
      </p:pic>
    </p:spTree>
    <p:extLst>
      <p:ext uri="{BB962C8B-B14F-4D97-AF65-F5344CB8AC3E}">
        <p14:creationId xmlns:p14="http://schemas.microsoft.com/office/powerpoint/2010/main" val="311738876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20">
          <p15:clr>
            <a:srgbClr val="5ACBF0"/>
          </p15:clr>
        </p15:guide>
        <p15:guide id="4" orient="horz" pos="216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Walkin 6">
    <p:bg>
      <p:bgPr>
        <a:solidFill>
          <a:schemeClr val="bg2"/>
        </a:solidFill>
        <a:effectLst/>
      </p:bgPr>
    </p:bg>
    <p:spTree>
      <p:nvGrpSpPr>
        <p:cNvPr id="1" name=""/>
        <p:cNvGrpSpPr/>
        <p:nvPr/>
      </p:nvGrpSpPr>
      <p:grpSpPr>
        <a:xfrm>
          <a:off x="0" y="0"/>
          <a:ext cx="0" cy="0"/>
          <a:chOff x="0" y="0"/>
          <a:chExt cx="0" cy="0"/>
        </a:xfrm>
      </p:grpSpPr>
      <p:sp>
        <p:nvSpPr>
          <p:cNvPr id="9" name="Title 1"/>
          <p:cNvSpPr>
            <a:spLocks noGrp="1"/>
          </p:cNvSpPr>
          <p:nvPr>
            <p:ph type="title" hasCustomPrompt="1"/>
          </p:nvPr>
        </p:nvSpPr>
        <p:spPr>
          <a:xfrm>
            <a:off x="583406" y="2892285"/>
            <a:ext cx="7338186" cy="553998"/>
          </a:xfrm>
          <a:noFill/>
        </p:spPr>
        <p:txBody>
          <a:bodyPr wrap="square" lIns="0" tIns="0" rIns="0" bIns="0" anchor="b" anchorCtr="0">
            <a:spAutoFit/>
          </a:bodyPr>
          <a:lstStyle>
            <a:lvl1pPr>
              <a:defRPr sz="3600" spc="-50" baseline="0">
                <a:gradFill>
                  <a:gsLst>
                    <a:gs pos="62564">
                      <a:schemeClr val="tx1"/>
                    </a:gs>
                    <a:gs pos="55000">
                      <a:schemeClr val="tx1"/>
                    </a:gs>
                  </a:gsLst>
                  <a:lin ang="5400000" scaled="0"/>
                </a:gradFill>
                <a:latin typeface="+mj-lt"/>
                <a:cs typeface="Segoe UI" panose="020B0502040204020203" pitchFamily="34" charset="0"/>
              </a:defRPr>
            </a:lvl1pPr>
          </a:lstStyle>
          <a:p>
            <a:r>
              <a:rPr lang="en-US"/>
              <a:t>Event name or presentation title </a:t>
            </a:r>
          </a:p>
        </p:txBody>
      </p:sp>
      <p:sp>
        <p:nvSpPr>
          <p:cNvPr id="5" name="Text Placeholder 4"/>
          <p:cNvSpPr>
            <a:spLocks noGrp="1"/>
          </p:cNvSpPr>
          <p:nvPr>
            <p:ph type="body" sz="quarter" idx="12" hasCustomPrompt="1"/>
          </p:nvPr>
        </p:nvSpPr>
        <p:spPr>
          <a:xfrm>
            <a:off x="583406" y="3628154"/>
            <a:ext cx="7338186" cy="307777"/>
          </a:xfrm>
          <a:noFill/>
        </p:spPr>
        <p:txBody>
          <a:bodyPr wrap="square" lIns="0" tIns="0" rIns="0" bIns="0">
            <a:spAutoFit/>
          </a:bodyPr>
          <a:lstStyle>
            <a:lvl1pPr marL="0" indent="0">
              <a:spcBef>
                <a:spcPts val="0"/>
              </a:spcBef>
              <a:buNone/>
              <a:defRPr sz="2000" spc="0" baseline="0">
                <a:gradFill>
                  <a:gsLst>
                    <a:gs pos="91000">
                      <a:schemeClr val="tx1"/>
                    </a:gs>
                    <a:gs pos="0">
                      <a:schemeClr val="tx1"/>
                    </a:gs>
                  </a:gsLst>
                  <a:lin ang="5400000" scaled="0"/>
                </a:gradFill>
                <a:latin typeface="+mn-lt"/>
                <a:cs typeface="Segoe UI" panose="020B0502040204020203" pitchFamily="34" charset="0"/>
              </a:defRPr>
            </a:lvl1pPr>
          </a:lstStyle>
          <a:p>
            <a:pPr lvl="0"/>
            <a:r>
              <a:rPr lang="en-US"/>
              <a:t>Speaker name or subtitle text</a:t>
            </a:r>
          </a:p>
        </p:txBody>
      </p:sp>
      <p:pic>
        <p:nvPicPr>
          <p:cNvPr id="8" name="Picture 7">
            <a:extLst>
              <a:ext uri="{FF2B5EF4-FFF2-40B4-BE49-F238E27FC236}">
                <a16:creationId xmlns:a16="http://schemas.microsoft.com/office/drawing/2014/main" id="{57F79CA3-BB63-4315-8892-95BCB51C21DD}"/>
              </a:ext>
            </a:extLst>
          </p:cNvPr>
          <p:cNvPicPr>
            <a:picLocks noChangeAspect="1"/>
          </p:cNvPicPr>
          <p:nvPr userDrawn="1"/>
        </p:nvPicPr>
        <p:blipFill>
          <a:blip r:embed="rId2"/>
          <a:srcRect l="10" r="10"/>
          <a:stretch/>
        </p:blipFill>
        <p:spPr>
          <a:xfrm>
            <a:off x="0" y="727289"/>
            <a:ext cx="12192000" cy="6130711"/>
          </a:xfrm>
          <a:prstGeom prst="rect">
            <a:avLst/>
          </a:prstGeom>
        </p:spPr>
      </p:pic>
      <p:pic>
        <p:nvPicPr>
          <p:cNvPr id="7" name="Picture 6">
            <a:extLst>
              <a:ext uri="{FF2B5EF4-FFF2-40B4-BE49-F238E27FC236}">
                <a16:creationId xmlns:a16="http://schemas.microsoft.com/office/drawing/2014/main" id="{9B4307F3-560F-46E3-BBB6-0E57A10C0230}"/>
              </a:ext>
            </a:extLst>
          </p:cNvPr>
          <p:cNvPicPr>
            <a:picLocks noChangeAspect="1"/>
          </p:cNvPicPr>
          <p:nvPr userDrawn="1"/>
        </p:nvPicPr>
        <p:blipFill>
          <a:blip r:embed="rId3"/>
          <a:srcRect/>
          <a:stretch/>
        </p:blipFill>
        <p:spPr>
          <a:xfrm>
            <a:off x="588580" y="595948"/>
            <a:ext cx="2130545" cy="402335"/>
          </a:xfrm>
          <a:prstGeom prst="rect">
            <a:avLst/>
          </a:prstGeom>
        </p:spPr>
      </p:pic>
    </p:spTree>
    <p:extLst>
      <p:ext uri="{BB962C8B-B14F-4D97-AF65-F5344CB8AC3E}">
        <p14:creationId xmlns:p14="http://schemas.microsoft.com/office/powerpoint/2010/main" val="316779517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a:extLst>
              <a:ext uri="{FF2B5EF4-FFF2-40B4-BE49-F238E27FC236}">
                <a16:creationId xmlns:a16="http://schemas.microsoft.com/office/drawing/2014/main" id="{10C668BD-5334-4107-80B5-F20CC371B5EE}"/>
              </a:ext>
            </a:extLst>
          </p:cNvPr>
          <p:cNvPicPr>
            <a:picLocks noChangeAspect="1"/>
          </p:cNvPicPr>
          <p:nvPr userDrawn="1"/>
        </p:nvPicPr>
        <p:blipFill>
          <a:blip r:embed="rId2"/>
          <a:srcRect/>
          <a:stretch/>
        </p:blipFill>
        <p:spPr>
          <a:xfrm>
            <a:off x="0" y="6017392"/>
            <a:ext cx="12192000" cy="257996"/>
          </a:xfrm>
          <a:prstGeom prst="rect">
            <a:avLst/>
          </a:prstGeom>
        </p:spPr>
      </p:pic>
    </p:spTree>
    <p:extLst>
      <p:ext uri="{BB962C8B-B14F-4D97-AF65-F5344CB8AC3E}">
        <p14:creationId xmlns:p14="http://schemas.microsoft.com/office/powerpoint/2010/main" val="1531337368"/>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905" userDrawn="1">
          <p15:clr>
            <a:srgbClr val="5ACBF0"/>
          </p15:clr>
        </p15:guide>
        <p15:guide id="4" orient="horz" pos="1272" userDrawn="1">
          <p15:clr>
            <a:srgbClr val="5ACBF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a:extLst>
              <a:ext uri="{FF2B5EF4-FFF2-40B4-BE49-F238E27FC236}">
                <a16:creationId xmlns:a16="http://schemas.microsoft.com/office/drawing/2014/main" id="{10C668BD-5334-4107-80B5-F20CC371B5EE}"/>
              </a:ext>
            </a:extLst>
          </p:cNvPr>
          <p:cNvPicPr>
            <a:picLocks noChangeAspect="1"/>
          </p:cNvPicPr>
          <p:nvPr userDrawn="1"/>
        </p:nvPicPr>
        <p:blipFill rotWithShape="1">
          <a:blip r:embed="rId2"/>
          <a:srcRect l="65068" r="3128" b="-2655"/>
          <a:stretch/>
        </p:blipFill>
        <p:spPr>
          <a:xfrm rot="19139065">
            <a:off x="8891709" y="5698742"/>
            <a:ext cx="3877558" cy="264844"/>
          </a:xfrm>
          <a:prstGeom prst="rect">
            <a:avLst/>
          </a:prstGeom>
        </p:spPr>
      </p:pic>
      <p:sp>
        <p:nvSpPr>
          <p:cNvPr id="6" name="Rectangle 5">
            <a:extLst>
              <a:ext uri="{FF2B5EF4-FFF2-40B4-BE49-F238E27FC236}">
                <a16:creationId xmlns:a16="http://schemas.microsoft.com/office/drawing/2014/main" id="{F5B9A194-0050-4403-908B-C73446182F96}"/>
              </a:ext>
            </a:extLst>
          </p:cNvPr>
          <p:cNvSpPr/>
          <p:nvPr userDrawn="1"/>
        </p:nvSpPr>
        <p:spPr bwMode="auto">
          <a:xfrm>
            <a:off x="12192000" y="4307417"/>
            <a:ext cx="109538" cy="594783"/>
          </a:xfrm>
          <a:prstGeom prst="rect">
            <a:avLst/>
          </a:prstGeom>
          <a:solidFill>
            <a:srgbClr val="E6E6E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gradFill>
                <a:gsLst>
                  <a:gs pos="0">
                    <a:srgbClr val="FFFFFF"/>
                  </a:gs>
                  <a:gs pos="100000">
                    <a:srgbClr val="FFFFFF"/>
                  </a:gs>
                </a:gsLst>
                <a:lin ang="5400000" scaled="0"/>
              </a:gradFill>
              <a:ea typeface="Segoe UI" pitchFamily="34" charset="0"/>
              <a:cs typeface="Segoe UI" pitchFamily="34" charset="0"/>
            </a:endParaRPr>
          </a:p>
        </p:txBody>
      </p:sp>
      <p:sp>
        <p:nvSpPr>
          <p:cNvPr id="8" name="Rectangle 7">
            <a:extLst>
              <a:ext uri="{FF2B5EF4-FFF2-40B4-BE49-F238E27FC236}">
                <a16:creationId xmlns:a16="http://schemas.microsoft.com/office/drawing/2014/main" id="{42A3C893-F324-4D4D-8E9D-AB7655A48AAF}"/>
              </a:ext>
            </a:extLst>
          </p:cNvPr>
          <p:cNvSpPr/>
          <p:nvPr userDrawn="1"/>
        </p:nvSpPr>
        <p:spPr bwMode="auto">
          <a:xfrm>
            <a:off x="9116483" y="6858000"/>
            <a:ext cx="1023197" cy="345432"/>
          </a:xfrm>
          <a:prstGeom prst="rect">
            <a:avLst/>
          </a:prstGeom>
          <a:solidFill>
            <a:srgbClr val="E6E6E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gradFill>
                <a:gsLst>
                  <a:gs pos="0">
                    <a:srgbClr val="FFFFFF"/>
                  </a:gs>
                  <a:gs pos="100000">
                    <a:srgbClr val="FFFFFF"/>
                  </a:gs>
                </a:gsLst>
                <a:lin ang="5400000" scaled="0"/>
              </a:gradFill>
              <a:ea typeface="Segoe UI" pitchFamily="34" charset="0"/>
              <a:cs typeface="Segoe UI" pitchFamily="34" charset="0"/>
            </a:endParaRPr>
          </a:p>
        </p:txBody>
      </p:sp>
    </p:spTree>
    <p:extLst>
      <p:ext uri="{BB962C8B-B14F-4D97-AF65-F5344CB8AC3E}">
        <p14:creationId xmlns:p14="http://schemas.microsoft.com/office/powerpoint/2010/main" val="469687563"/>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3_Title &amp; Non-bulleted text">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19257456"/>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6415E271-3B4B-422B-BBB7-732E9892FAC5}"/>
              </a:ext>
            </a:extLst>
          </p:cNvPr>
          <p:cNvPicPr>
            <a:picLocks noChangeAspect="1"/>
          </p:cNvPicPr>
          <p:nvPr userDrawn="1"/>
        </p:nvPicPr>
        <p:blipFill>
          <a:blip r:embed="rId2"/>
          <a:srcRect/>
          <a:stretch/>
        </p:blipFill>
        <p:spPr>
          <a:xfrm>
            <a:off x="0" y="6017392"/>
            <a:ext cx="12192000" cy="257996"/>
          </a:xfrm>
          <a:prstGeom prst="rect">
            <a:avLst/>
          </a:prstGeom>
        </p:spPr>
      </p:pic>
    </p:spTree>
    <p:extLst>
      <p:ext uri="{BB962C8B-B14F-4D97-AF65-F5344CB8AC3E}">
        <p14:creationId xmlns:p14="http://schemas.microsoft.com/office/powerpoint/2010/main" val="1703268474"/>
      </p:ext>
    </p:extLst>
  </p:cSld>
  <p:clrMapOvr>
    <a:masterClrMapping/>
  </p:clrMapOvr>
  <p:transition>
    <p:fade/>
  </p:transition>
  <p:extLst>
    <p:ext uri="{DCECCB84-F9BA-43D5-87BE-67443E8EF086}">
      <p15:sldGuideLst xmlns:p15="http://schemas.microsoft.com/office/powerpoint/2012/main">
        <p15:guide id="2" orient="horz" pos="1272" userDrawn="1">
          <p15:clr>
            <a:srgbClr val="5ACBF0"/>
          </p15:clr>
        </p15:guide>
        <p15:guide id="3" orient="horz" pos="288" userDrawn="1">
          <p15:clr>
            <a:srgbClr val="5ACBF0"/>
          </p15:clr>
        </p15:guide>
        <p15:guide id="5" orient="horz" pos="904" userDrawn="1">
          <p15:clr>
            <a:srgbClr val="5ACBF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75728343"/>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Column Non-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Semilight" panose="020B0402040204020203" pitchFamily="34" charset="0"/>
                <a:cs typeface="Segoe UI Semilight" panose="020B04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Semilight" panose="020B0402040204020203" pitchFamily="34" charset="0"/>
                <a:cs typeface="Segoe UI Semilight" panose="020B04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92018982"/>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1272" userDrawn="1">
          <p15:clr>
            <a:srgbClr val="5ACBF0"/>
          </p15:clr>
        </p15:guide>
        <p15:guide id="3" orient="horz" pos="904" userDrawn="1">
          <p15:clr>
            <a:srgbClr val="5ACBF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lumn Bullet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4200" y="1437481"/>
            <a:ext cx="5212080" cy="1649682"/>
          </a:xfrm>
        </p:spPr>
        <p:txBody>
          <a:bodyPr wrap="square">
            <a:spAutoFit/>
          </a:bodyPr>
          <a:lstStyle>
            <a:lvl1pPr marL="231775" indent="-231775">
              <a:spcBef>
                <a:spcPts val="1224"/>
              </a:spcBef>
              <a:buClr>
                <a:schemeClr val="tx1"/>
              </a:buClr>
              <a:buFont typeface="Wingdings" panose="05000000000000000000" pitchFamily="2" charset="2"/>
              <a:buChar char=""/>
              <a:defRPr sz="2800" b="0">
                <a:latin typeface="Segoe UI Semilight" panose="020B0402040204020203" pitchFamily="34" charset="0"/>
                <a:cs typeface="Segoe UI Semilight" panose="020B0402040204020203" pitchFamily="34" charset="0"/>
              </a:defRPr>
            </a:lvl1pPr>
            <a:lvl2pPr marL="427038" indent="-171450">
              <a:buFont typeface="Wingdings" panose="05000000000000000000" pitchFamily="2" charset="2"/>
              <a:buChar char=""/>
              <a:defRPr sz="2000" b="0"/>
            </a:lvl2pPr>
            <a:lvl3pPr marL="639763" indent="-188913">
              <a:buFont typeface="Wingdings" panose="05000000000000000000" pitchFamily="2" charset="2"/>
              <a:buChar char=""/>
              <a:tabLst/>
              <a:defRPr sz="1600" b="0"/>
            </a:lvl3pPr>
            <a:lvl4pPr marL="828675" indent="-176213">
              <a:buFont typeface="Wingdings" panose="05000000000000000000" pitchFamily="2" charset="2"/>
              <a:buChar char=""/>
              <a:defRPr sz="1400" b="0"/>
            </a:lvl4pPr>
            <a:lvl5pPr marL="1023938" indent="-169863">
              <a:buFont typeface="Wingdings" panose="05000000000000000000" pitchFamily="2" charset="2"/>
              <a:buChar char=""/>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5278796-7B84-4D67-88CD-BF78BB06D214}"/>
              </a:ext>
            </a:extLst>
          </p:cNvPr>
          <p:cNvSpPr>
            <a:spLocks noGrp="1"/>
          </p:cNvSpPr>
          <p:nvPr>
            <p:ph type="body" sz="quarter" idx="11"/>
          </p:nvPr>
        </p:nvSpPr>
        <p:spPr>
          <a:xfrm>
            <a:off x="6389914" y="1437481"/>
            <a:ext cx="5212080" cy="1649682"/>
          </a:xfrm>
        </p:spPr>
        <p:txBody>
          <a:bodyPr wrap="square">
            <a:spAutoFit/>
          </a:bodyPr>
          <a:lstStyle>
            <a:lvl1pPr marL="231775" indent="-231775">
              <a:spcBef>
                <a:spcPts val="1224"/>
              </a:spcBef>
              <a:buClr>
                <a:schemeClr val="tx1"/>
              </a:buClr>
              <a:buFont typeface="Wingdings" panose="05000000000000000000" pitchFamily="2" charset="2"/>
              <a:buChar char=""/>
              <a:defRPr sz="2800" b="0">
                <a:latin typeface="Segoe UI Semilight" panose="020B0402040204020203" pitchFamily="34" charset="0"/>
                <a:cs typeface="Segoe UI Semilight" panose="020B0402040204020203" pitchFamily="34" charset="0"/>
              </a:defRPr>
            </a:lvl1pPr>
            <a:lvl2pPr marL="427038" indent="-171450">
              <a:buFont typeface="Wingdings" panose="05000000000000000000" pitchFamily="2" charset="2"/>
              <a:buChar char=""/>
              <a:defRPr sz="2000" b="0"/>
            </a:lvl2pPr>
            <a:lvl3pPr marL="639763" indent="-188913">
              <a:buFont typeface="Wingdings" panose="05000000000000000000" pitchFamily="2" charset="2"/>
              <a:buChar char=""/>
              <a:tabLst/>
              <a:defRPr sz="1600" b="0"/>
            </a:lvl3pPr>
            <a:lvl4pPr marL="828675" indent="-176213">
              <a:buFont typeface="Wingdings" panose="05000000000000000000" pitchFamily="2" charset="2"/>
              <a:buChar char=""/>
              <a:defRPr sz="1400" b="0"/>
            </a:lvl4pPr>
            <a:lvl5pPr marL="1023938" indent="-169863">
              <a:buFont typeface="Wingdings" panose="05000000000000000000" pitchFamily="2" charset="2"/>
              <a:buChar char=""/>
              <a:tabLst/>
              <a:defRPr sz="1400" b="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179946700"/>
      </p:ext>
    </p:extLst>
  </p:cSld>
  <p:clrMapOvr>
    <a:masterClrMapping/>
  </p:clrMapOvr>
  <p:transition>
    <p:fade/>
  </p:transition>
  <p:extLst>
    <p:ext uri="{DCECCB84-F9BA-43D5-87BE-67443E8EF086}">
      <p15:sldGuideLst xmlns:p15="http://schemas.microsoft.com/office/powerpoint/2012/main">
        <p15:guide id="1" orient="horz" pos="288" userDrawn="1">
          <p15:clr>
            <a:srgbClr val="5ACBF0"/>
          </p15:clr>
        </p15:guide>
        <p15:guide id="2" orient="horz" pos="1276" userDrawn="1">
          <p15:clr>
            <a:srgbClr val="5ACBF0"/>
          </p15:clr>
        </p15:guide>
        <p15:guide id="3" orient="horz" pos="904" userDrawn="1">
          <p15:clr>
            <a:srgbClr val="5ACBF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2754DF-CB0E-46F9-AA3C-00BC673EBDF3}"/>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189335521"/>
      </p:ext>
    </p:extLst>
  </p:cSld>
  <p:clrMapOvr>
    <a:masterClrMapping/>
  </p:clrMapOvr>
  <p:transition>
    <p:fade/>
  </p:transition>
  <p:extLst>
    <p:ext uri="{DCECCB84-F9BA-43D5-87BE-67443E8EF086}">
      <p15:sldGuideLst xmlns:p15="http://schemas.microsoft.com/office/powerpoint/2012/main">
        <p15:guide id="3" orient="horz" pos="900" userDrawn="1">
          <p15:clr>
            <a:srgbClr val="5ACBF0"/>
          </p15:clr>
        </p15:guide>
        <p15:guide id="4" orient="horz" pos="1276" userDrawn="1">
          <p15:clr>
            <a:srgbClr val="5ACBF0"/>
          </p15:clr>
        </p15:guide>
        <p15:guide id="5" orient="horz" pos="288" userDrawn="1">
          <p15:clr>
            <a:srgbClr val="5ACBF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itle Only with gri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31026A-4A74-439D-A8F5-DB82A03E713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130798454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Small title - half page">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3243858526"/>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userDrawn="1">
          <p15:clr>
            <a:srgbClr val="5ACBF0"/>
          </p15:clr>
        </p15:guide>
        <p15:guide id="29" orient="horz" pos="1271" userDrawn="1">
          <p15:clr>
            <a:srgbClr val="5ACBF0"/>
          </p15:clr>
        </p15:guide>
        <p15:guide id="30" orient="horz" pos="288" userDrawn="1">
          <p15:clr>
            <a:srgbClr val="5ACBF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 Square Photo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200" y="2025650"/>
            <a:ext cx="4161981" cy="1107996"/>
          </a:xfrm>
        </p:spPr>
        <p:txBody>
          <a:bodyPr wrap="square" rIns="0" anchor="b">
            <a:spAutoFit/>
          </a:bodyPr>
          <a:lstStyle>
            <a:lvl1pPr>
              <a:lnSpc>
                <a:spcPct val="100000"/>
              </a:lnSpc>
              <a:defRPr sz="3600" b="0" spc="-49"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Title format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1"/>
            <a:ext cx="4162425" cy="307777"/>
          </a:xfrm>
        </p:spPr>
        <p:txBody>
          <a:bodyPr/>
          <a:lstStyle>
            <a:lvl1pPr marL="0" indent="0">
              <a:buNone/>
              <a:defRPr sz="20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Click to edit Master text styles</a:t>
            </a:r>
          </a:p>
        </p:txBody>
      </p:sp>
      <p:sp>
        <p:nvSpPr>
          <p:cNvPr id="5" name="Picture Placeholder">
            <a:extLst>
              <a:ext uri="{FF2B5EF4-FFF2-40B4-BE49-F238E27FC236}">
                <a16:creationId xmlns:a16="http://schemas.microsoft.com/office/drawing/2014/main" id="{6178F5D2-7CA2-4202-8FD2-95D8F7A2E98D}"/>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728665027"/>
      </p:ext>
    </p:extLst>
  </p:cSld>
  <p:clrMapOvr>
    <a:masterClrMapping/>
  </p:clrMapOvr>
  <p:transition>
    <p:fade/>
  </p:transition>
  <p:extLst>
    <p:ext uri="{DCECCB84-F9BA-43D5-87BE-67443E8EF086}">
      <p15:sldGuideLst xmlns:p15="http://schemas.microsoft.com/office/powerpoint/2012/main">
        <p15:guide id="2" pos="3360" userDrawn="1">
          <p15:clr>
            <a:srgbClr val="FBAE40"/>
          </p15:clr>
        </p15:guide>
        <p15:guide id="6" orient="horz" pos="904">
          <p15:clr>
            <a:srgbClr val="5ACBF0"/>
          </p15:clr>
        </p15:guide>
        <p15:guide id="7" orient="horz" pos="1276">
          <p15:clr>
            <a:srgbClr val="5ACBF0"/>
          </p15:clr>
        </p15:guide>
        <p15:guide id="8" orient="horz" pos="2226">
          <p15:clr>
            <a:srgbClr val="5ACBF0"/>
          </p15:clr>
        </p15:guide>
        <p15:guide id="10" pos="3729" userDrawn="1">
          <p15:clr>
            <a:srgbClr val="C35EA4"/>
          </p15:clr>
        </p15:guide>
        <p15:guide id="11" pos="2993">
          <p15:clr>
            <a:srgbClr val="5ACBF0"/>
          </p15:clr>
        </p15:guide>
        <p15:guide id="12" pos="3543" userDrawn="1">
          <p15:clr>
            <a:srgbClr val="A4A3A4"/>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Square Photo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025" y="2875002"/>
            <a:ext cx="4161981" cy="1107996"/>
          </a:xfrm>
        </p:spPr>
        <p:txBody>
          <a:bodyPr wrap="square" rIns="0" anchor="ctr" anchorCtr="0">
            <a:spAutoFit/>
          </a:bodyPr>
          <a:lstStyle>
            <a:lvl1pPr>
              <a:lnSpc>
                <a:spcPct val="100000"/>
              </a:lnSpc>
              <a:defRPr sz="3600" b="0" spc="-49"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Square photo layout with Title  </a:t>
            </a:r>
          </a:p>
        </p:txBody>
      </p:sp>
      <p:sp>
        <p:nvSpPr>
          <p:cNvPr id="4" name="Picture Placeholder">
            <a:extLst>
              <a:ext uri="{FF2B5EF4-FFF2-40B4-BE49-F238E27FC236}">
                <a16:creationId xmlns:a16="http://schemas.microsoft.com/office/drawing/2014/main" id="{3956AAB8-C2DF-40F3-A72B-0FA6F47702E6}"/>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2689229390"/>
      </p:ext>
    </p:extLst>
  </p:cSld>
  <p:clrMapOvr>
    <a:masterClrMapping/>
  </p:clrMapOvr>
  <p:transition>
    <p:fade/>
  </p:transition>
  <p:extLst>
    <p:ext uri="{DCECCB84-F9BA-43D5-87BE-67443E8EF086}">
      <p15:sldGuideLst xmlns:p15="http://schemas.microsoft.com/office/powerpoint/2012/main">
        <p15:guide id="2" pos="3360" userDrawn="1">
          <p15:clr>
            <a:srgbClr val="FBAE40"/>
          </p15:clr>
        </p15:guide>
        <p15:guide id="5" orient="horz" pos="2160">
          <p15:clr>
            <a:srgbClr val="FBAE40"/>
          </p15:clr>
        </p15:guide>
        <p15:guide id="6" pos="2991">
          <p15:clr>
            <a:srgbClr val="5ACBF0"/>
          </p15:clr>
        </p15:guide>
        <p15:guide id="7" pos="3728" userDrawn="1">
          <p15:clr>
            <a:srgbClr val="C35EA4"/>
          </p15:clr>
        </p15:guide>
        <p15:guide id="8" pos="3544" userDrawn="1">
          <p15:clr>
            <a:srgbClr val="A4A3A4"/>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Square Photo 2">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200" y="2981637"/>
            <a:ext cx="4160520" cy="861774"/>
          </a:xfrm>
        </p:spPr>
        <p:txBody>
          <a:bodyPr wrap="square" anchor="t">
            <a:spAutoFit/>
          </a:bodyPr>
          <a:lstStyle>
            <a:lvl1pPr>
              <a:lnSpc>
                <a:spcPct val="100000"/>
              </a:lnSpc>
              <a:defRPr sz="2800" b="0" spc="0"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Square photo layout with smaller text</a:t>
            </a:r>
          </a:p>
        </p:txBody>
      </p:sp>
      <p:sp>
        <p:nvSpPr>
          <p:cNvPr id="4" name="Picture Placeholder">
            <a:extLst>
              <a:ext uri="{FF2B5EF4-FFF2-40B4-BE49-F238E27FC236}">
                <a16:creationId xmlns:a16="http://schemas.microsoft.com/office/drawing/2014/main" id="{18102CFD-D7DD-461F-B675-FAE01404E555}"/>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2429512451"/>
      </p:ext>
    </p:extLst>
  </p:cSld>
  <p:clrMapOvr>
    <a:masterClrMapping/>
  </p:clrMapOvr>
  <p:transition>
    <p:fade/>
  </p:transition>
  <p:extLst>
    <p:ext uri="{DCECCB84-F9BA-43D5-87BE-67443E8EF086}">
      <p15:sldGuideLst xmlns:p15="http://schemas.microsoft.com/office/powerpoint/2012/main">
        <p15:guide id="2" pos="3360">
          <p15:clr>
            <a:srgbClr val="FBAE40"/>
          </p15:clr>
        </p15:guide>
        <p15:guide id="3" orient="horz" pos="1877">
          <p15:clr>
            <a:srgbClr val="5ACBF0"/>
          </p15:clr>
        </p15:guide>
        <p15:guide id="4" pos="3731" userDrawn="1">
          <p15:clr>
            <a:srgbClr val="C35EA4"/>
          </p15:clr>
        </p15:guide>
        <p15:guide id="5" pos="2993">
          <p15:clr>
            <a:srgbClr val="5ACBF0"/>
          </p15:clr>
        </p15:guide>
        <p15:guide id="6" pos="3547" userDrawn="1">
          <p15:clr>
            <a:srgbClr val="A4A3A4"/>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Demo slide">
    <p:bg>
      <p:bgRef idx="1001">
        <a:schemeClr val="bg1"/>
      </p:bgRef>
    </p:bg>
    <p:spTree>
      <p:nvGrpSpPr>
        <p:cNvPr id="1" name=""/>
        <p:cNvGrpSpPr/>
        <p:nvPr/>
      </p:nvGrpSpPr>
      <p:grpSpPr>
        <a:xfrm>
          <a:off x="0" y="0"/>
          <a:ext cx="0" cy="0"/>
          <a:chOff x="0" y="0"/>
          <a:chExt cx="0" cy="0"/>
        </a:xfrm>
      </p:grpSpPr>
      <p:sp>
        <p:nvSpPr>
          <p:cNvPr id="8" name="Title 1">
            <a:extLst>
              <a:ext uri="{FF2B5EF4-FFF2-40B4-BE49-F238E27FC236}">
                <a16:creationId xmlns:a16="http://schemas.microsoft.com/office/drawing/2014/main" id="{A6DDEDED-E833-4EEC-B013-F77EC5C26ED8}"/>
              </a:ext>
            </a:extLst>
          </p:cNvPr>
          <p:cNvSpPr>
            <a:spLocks noGrp="1"/>
          </p:cNvSpPr>
          <p:nvPr>
            <p:ph type="title" hasCustomPrompt="1"/>
          </p:nvPr>
        </p:nvSpPr>
        <p:spPr>
          <a:xfrm>
            <a:off x="585216" y="3011827"/>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1A1A1A"/>
                </a:solidFill>
                <a:effectLst/>
                <a:latin typeface="+mj-lt"/>
                <a:ea typeface="+mn-ea"/>
                <a:cs typeface="Segoe UI" pitchFamily="34" charset="0"/>
              </a:defRPr>
            </a:lvl1pPr>
          </a:lstStyle>
          <a:p>
            <a:r>
              <a:rPr lang="en-US"/>
              <a:t>Demo title</a:t>
            </a:r>
          </a:p>
        </p:txBody>
      </p:sp>
      <p:sp>
        <p:nvSpPr>
          <p:cNvPr id="9" name="Text Placeholder 4">
            <a:extLst>
              <a:ext uri="{FF2B5EF4-FFF2-40B4-BE49-F238E27FC236}">
                <a16:creationId xmlns:a16="http://schemas.microsoft.com/office/drawing/2014/main" id="{C3AC5816-9323-4710-BEBB-A91B469F8643}"/>
              </a:ext>
            </a:extLst>
          </p:cNvPr>
          <p:cNvSpPr>
            <a:spLocks noGrp="1"/>
          </p:cNvSpPr>
          <p:nvPr>
            <p:ph type="body" sz="quarter" idx="12" hasCustomPrompt="1"/>
          </p:nvPr>
        </p:nvSpPr>
        <p:spPr>
          <a:xfrm>
            <a:off x="594594" y="3631802"/>
            <a:ext cx="9144000" cy="307777"/>
          </a:xfrm>
          <a:noFill/>
        </p:spPr>
        <p:txBody>
          <a:bodyPr lIns="0" tIns="0" rIns="0" bIns="0">
            <a:spAutoFit/>
          </a:bodyPr>
          <a:lstStyle>
            <a:lvl1pPr marL="0" indent="0">
              <a:spcBef>
                <a:spcPts val="0"/>
              </a:spcBef>
              <a:spcAft>
                <a:spcPts val="0"/>
              </a:spcAft>
              <a:buFont typeface="Arial" panose="020B0604020202020204" pitchFamily="34" charset="0"/>
              <a:buNone/>
              <a:defRPr sz="2000" spc="0" baseline="0">
                <a:solidFill>
                  <a:srgbClr val="1A1A1A"/>
                </a:solidFill>
                <a:latin typeface="+mn-lt"/>
              </a:defRPr>
            </a:lvl1pPr>
          </a:lstStyle>
          <a:p>
            <a:pPr lvl="0"/>
            <a:r>
              <a:rPr lang="en-US"/>
              <a:t>Speaker name</a:t>
            </a:r>
          </a:p>
        </p:txBody>
      </p:sp>
      <p:pic>
        <p:nvPicPr>
          <p:cNvPr id="12" name="Picture 11">
            <a:extLst>
              <a:ext uri="{FF2B5EF4-FFF2-40B4-BE49-F238E27FC236}">
                <a16:creationId xmlns:a16="http://schemas.microsoft.com/office/drawing/2014/main" id="{5EDCF80E-6B7F-428C-A2FD-CBB8DE40FA67}"/>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774405555"/>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Video slide">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Video</a:t>
            </a:r>
          </a:p>
        </p:txBody>
      </p:sp>
      <p:pic>
        <p:nvPicPr>
          <p:cNvPr id="6" name="Picture 5">
            <a:extLst>
              <a:ext uri="{FF2B5EF4-FFF2-40B4-BE49-F238E27FC236}">
                <a16:creationId xmlns:a16="http://schemas.microsoft.com/office/drawing/2014/main" id="{9CDF55C9-7B02-489C-84E0-60C286D78290}"/>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1721148444"/>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1">
          <p15:clr>
            <a:srgbClr val="5ACBF0"/>
          </p15:clr>
        </p15:guide>
        <p15:guide id="3" orient="horz" pos="1914">
          <p15:clr>
            <a:srgbClr val="5ACBF0"/>
          </p15:clr>
        </p15:guide>
        <p15:guide id="4" orient="horz" pos="2505">
          <p15:clr>
            <a:srgbClr val="5ACBF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Section Title">
    <p:bg>
      <p:bgRef idx="1001">
        <a:schemeClr val="bg1"/>
      </p:bgRef>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Section title</a:t>
            </a:r>
          </a:p>
        </p:txBody>
      </p:sp>
      <p:pic>
        <p:nvPicPr>
          <p:cNvPr id="6" name="Picture 5">
            <a:extLst>
              <a:ext uri="{FF2B5EF4-FFF2-40B4-BE49-F238E27FC236}">
                <a16:creationId xmlns:a16="http://schemas.microsoft.com/office/drawing/2014/main" id="{D5A1E839-872B-4CB0-B625-2E6BC8340D9E}"/>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427829922"/>
      </p:ext>
    </p:extLst>
  </p:cSld>
  <p:clrMapOvr>
    <a:overrideClrMapping bg1="lt1" tx1="dk1" bg2="lt2" tx2="dk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Demo slide_2">
    <p:bg>
      <p:bgPr>
        <a:solidFill>
          <a:srgbClr val="F2F2F2"/>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07A9781-335A-4D50-9C58-D8971A7B2AE2}"/>
              </a:ext>
            </a:extLst>
          </p:cNvPr>
          <p:cNvSpPr>
            <a:spLocks noGrp="1"/>
          </p:cNvSpPr>
          <p:nvPr>
            <p:ph type="title" hasCustomPrompt="1"/>
          </p:nvPr>
        </p:nvSpPr>
        <p:spPr>
          <a:xfrm>
            <a:off x="585216" y="3011819"/>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1A1A1A"/>
                </a:solidFill>
                <a:effectLst/>
                <a:latin typeface="+mj-lt"/>
                <a:ea typeface="+mn-ea"/>
                <a:cs typeface="Segoe UI" pitchFamily="34" charset="0"/>
              </a:defRPr>
            </a:lvl1pPr>
          </a:lstStyle>
          <a:p>
            <a:r>
              <a:rPr lang="en-US"/>
              <a:t>Demo title</a:t>
            </a:r>
          </a:p>
        </p:txBody>
      </p:sp>
      <p:sp>
        <p:nvSpPr>
          <p:cNvPr id="8" name="Text Placeholder 4">
            <a:extLst>
              <a:ext uri="{FF2B5EF4-FFF2-40B4-BE49-F238E27FC236}">
                <a16:creationId xmlns:a16="http://schemas.microsoft.com/office/drawing/2014/main" id="{F17C6D5B-3F62-494F-A40D-0D2FB4FFC7D8}"/>
              </a:ext>
            </a:extLst>
          </p:cNvPr>
          <p:cNvSpPr>
            <a:spLocks noGrp="1"/>
          </p:cNvSpPr>
          <p:nvPr>
            <p:ph type="body" sz="quarter" idx="12" hasCustomPrompt="1"/>
          </p:nvPr>
        </p:nvSpPr>
        <p:spPr>
          <a:xfrm>
            <a:off x="594594" y="3631794"/>
            <a:ext cx="9144000" cy="307777"/>
          </a:xfrm>
          <a:noFill/>
        </p:spPr>
        <p:txBody>
          <a:bodyPr lIns="0" tIns="0" rIns="0" bIns="0">
            <a:spAutoFit/>
          </a:bodyPr>
          <a:lstStyle>
            <a:lvl1pPr marL="0" indent="0">
              <a:spcBef>
                <a:spcPts val="0"/>
              </a:spcBef>
              <a:spcAft>
                <a:spcPts val="0"/>
              </a:spcAft>
              <a:buFont typeface="Arial" panose="020B0604020202020204" pitchFamily="34" charset="0"/>
              <a:buNone/>
              <a:defRPr sz="2000" spc="0" baseline="0">
                <a:solidFill>
                  <a:srgbClr val="1A1A1A"/>
                </a:solidFill>
                <a:latin typeface="+mn-lt"/>
              </a:defRPr>
            </a:lvl1pPr>
          </a:lstStyle>
          <a:p>
            <a:pPr lvl="0"/>
            <a:r>
              <a:rPr lang="en-US"/>
              <a:t>Speaker name</a:t>
            </a:r>
          </a:p>
        </p:txBody>
      </p:sp>
      <p:pic>
        <p:nvPicPr>
          <p:cNvPr id="6" name="Picture 5">
            <a:extLst>
              <a:ext uri="{FF2B5EF4-FFF2-40B4-BE49-F238E27FC236}">
                <a16:creationId xmlns:a16="http://schemas.microsoft.com/office/drawing/2014/main" id="{BFC04202-EF83-4A58-A8C3-81980398E47D}"/>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3897602530"/>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35" userDrawn="1">
          <p15:clr>
            <a:srgbClr val="5ACBF0"/>
          </p15:clr>
        </p15:guide>
        <p15:guide id="3" orient="horz" pos="1910" userDrawn="1">
          <p15:clr>
            <a:srgbClr val="5ACBF0"/>
          </p15:clr>
        </p15:guide>
        <p15:guide id="4" orient="horz" pos="2505" userDrawn="1">
          <p15:clr>
            <a:srgbClr val="5ACBF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Video slide_2">
    <p:bg>
      <p:bgPr>
        <a:solidFill>
          <a:srgbClr val="F2F2F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bg1"/>
                </a:solidFill>
                <a:effectLst/>
                <a:latin typeface="+mj-lt"/>
                <a:ea typeface="+mn-ea"/>
                <a:cs typeface="Segoe UI" pitchFamily="34" charset="0"/>
              </a:defRPr>
            </a:lvl1pPr>
          </a:lstStyle>
          <a:p>
            <a:r>
              <a:rPr lang="en-US"/>
              <a:t>Video</a:t>
            </a:r>
          </a:p>
        </p:txBody>
      </p:sp>
      <p:pic>
        <p:nvPicPr>
          <p:cNvPr id="4" name="Picture 3">
            <a:extLst>
              <a:ext uri="{FF2B5EF4-FFF2-40B4-BE49-F238E27FC236}">
                <a16:creationId xmlns:a16="http://schemas.microsoft.com/office/drawing/2014/main" id="{1A81DB7E-2194-434F-8442-CBD92D624918}"/>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55551082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1" userDrawn="1">
          <p15:clr>
            <a:srgbClr val="5ACBF0"/>
          </p15:clr>
        </p15:guide>
        <p15:guide id="3" orient="horz" pos="1914" userDrawn="1">
          <p15:clr>
            <a:srgbClr val="5ACBF0"/>
          </p15:clr>
        </p15:guide>
        <p15:guide id="4" orient="horz" pos="2505" userDrawn="1">
          <p15:clr>
            <a:srgbClr val="5ACBF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Section Title_2">
    <p:bg>
      <p:bgPr>
        <a:solidFill>
          <a:srgbClr val="F2F2F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bg1"/>
                </a:solidFill>
                <a:effectLst/>
                <a:latin typeface="+mj-lt"/>
                <a:ea typeface="+mn-ea"/>
                <a:cs typeface="Segoe UI" pitchFamily="34" charset="0"/>
              </a:defRPr>
            </a:lvl1pPr>
          </a:lstStyle>
          <a:p>
            <a:r>
              <a:rPr lang="en-US"/>
              <a:t>Section title</a:t>
            </a:r>
          </a:p>
        </p:txBody>
      </p:sp>
      <p:pic>
        <p:nvPicPr>
          <p:cNvPr id="5" name="Picture 4">
            <a:extLst>
              <a:ext uri="{FF2B5EF4-FFF2-40B4-BE49-F238E27FC236}">
                <a16:creationId xmlns:a16="http://schemas.microsoft.com/office/drawing/2014/main" id="{CCEDED28-6C83-45F6-A2AE-AEA0D37D47A3}"/>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365035823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userDrawn="1">
          <p15:clr>
            <a:srgbClr val="FBAE40"/>
          </p15:clr>
        </p15:guide>
        <p15:guide id="2" pos="6127" userDrawn="1">
          <p15:clr>
            <a:srgbClr val="5ACBF0"/>
          </p15:clr>
        </p15:guide>
        <p15:guide id="3" orient="horz" pos="1911" userDrawn="1">
          <p15:clr>
            <a:srgbClr val="5ACBF0"/>
          </p15:clr>
        </p15:guide>
        <p15:guide id="4" orient="horz" pos="2505" userDrawn="1">
          <p15:clr>
            <a:srgbClr val="5ACBF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1556723"/>
      </p:ext>
    </p:extLst>
  </p:cSld>
  <p:clrMapOvr>
    <a:masterClrMapping/>
  </p:clrMapOvr>
  <p:transition>
    <p:fade/>
  </p:transition>
  <p:extLst>
    <p:ext uri="{DCECCB84-F9BA-43D5-87BE-67443E8EF086}">
      <p15:sldGuideLst xmlns:p15="http://schemas.microsoft.com/office/powerpoint/2012/main">
        <p15:guide id="1" orient="horz" pos="1272" userDrawn="1">
          <p15:clr>
            <a:srgbClr val="5ACBF0"/>
          </p15:clr>
        </p15:guide>
        <p15:guide id="2" orient="horz" pos="904" userDrawn="1">
          <p15:clr>
            <a:srgbClr val="5ACBF0"/>
          </p15:clr>
        </p15:guide>
        <p15:guide id="3" orient="horz" pos="288" userDrawn="1">
          <p15:clr>
            <a:srgbClr val="5ACBF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Blank 2">
    <p:bg>
      <p:bgRef idx="1001">
        <a:schemeClr val="bg2"/>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5675349"/>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userDrawn="1">
          <p15:clr>
            <a:srgbClr val="5ACBF0"/>
          </p15:clr>
        </p15:guide>
        <p15:guide id="2" orient="horz" pos="1272" userDrawn="1">
          <p15:clr>
            <a:srgbClr val="5ACBF0"/>
          </p15:clr>
        </p15:guide>
        <p15:guide id="3" orient="horz" pos="288" userDrawn="1">
          <p15:clr>
            <a:srgbClr val="5ACBF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0DF2A6-26A8-4810-95DF-F65F123C6660}"/>
              </a:ext>
            </a:extLst>
          </p:cNvPr>
          <p:cNvSpPr>
            <a:spLocks noGrp="1"/>
          </p:cNvSpPr>
          <p:nvPr>
            <p:ph type="title" hasCustomPrompt="1"/>
          </p:nvPr>
        </p:nvSpPr>
        <p:spPr/>
        <p:txBody>
          <a:bodyPr/>
          <a:lstStyle>
            <a:lvl1pPr>
              <a:defRPr/>
            </a:lvl1pPr>
          </a:lstStyle>
          <a:p>
            <a:r>
              <a:rPr lang="en-US"/>
              <a:t>Software code slide</a:t>
            </a:r>
          </a:p>
        </p:txBody>
      </p:sp>
      <p:sp>
        <p:nvSpPr>
          <p:cNvPr id="5" name="Text Placeholder 4">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1436688"/>
            <a:ext cx="11018520" cy="1908215"/>
          </a:xfrm>
        </p:spPr>
        <p:txBody>
          <a:bodyPr/>
          <a:lstStyle>
            <a:lvl1pPr marL="0" indent="0">
              <a:buNone/>
              <a:defRPr sz="2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1pPr>
            <a:lvl2pPr marL="346553" indent="0">
              <a:buNone/>
              <a:defRPr sz="24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607" indent="0">
              <a:buNone/>
              <a:defRPr sz="20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563" indent="0">
              <a:buNone/>
              <a:defRPr sz="1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997" indent="0">
              <a:buNone/>
              <a:defRPr sz="1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343058790"/>
      </p:ext>
    </p:extLst>
  </p:cSld>
  <p:clrMapOvr>
    <a:masterClrMapping/>
  </p:clrMapOvr>
  <p:transition>
    <p:fade/>
  </p:transition>
  <p:extLst>
    <p:ext uri="{DCECCB84-F9BA-43D5-87BE-67443E8EF086}">
      <p15:sldGuideLst xmlns:p15="http://schemas.microsoft.com/office/powerpoint/2012/main">
        <p15:guide id="1" orient="horz" pos="1272" userDrawn="1">
          <p15:clr>
            <a:srgbClr val="5ACBF0"/>
          </p15:clr>
        </p15:guide>
        <p15:guide id="2" orient="horz" pos="905" userDrawn="1">
          <p15:clr>
            <a:srgbClr val="5ACBF0"/>
          </p15:clr>
        </p15:guide>
        <p15:guide id="3" orient="horz" pos="288" userDrawn="1">
          <p15:clr>
            <a:srgbClr val="5ACBF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losing logo slide_1">
    <p:bg>
      <p:bgPr>
        <a:solidFill>
          <a:srgbClr val="FFFFFF"/>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657F403-5530-4721-9A70-6AAA056C5EAE}"/>
              </a:ext>
            </a:extLst>
          </p:cNvPr>
          <p:cNvPicPr>
            <a:picLocks noChangeAspect="1"/>
          </p:cNvPicPr>
          <p:nvPr userDrawn="1"/>
        </p:nvPicPr>
        <p:blipFill>
          <a:blip r:embed="rId2"/>
          <a:srcRect t="10" b="10"/>
          <a:stretch/>
        </p:blipFill>
        <p:spPr>
          <a:xfrm>
            <a:off x="0" y="361014"/>
            <a:ext cx="12192000" cy="6496986"/>
          </a:xfrm>
          <a:prstGeom prst="rect">
            <a:avLst/>
          </a:prstGeom>
        </p:spPr>
      </p:pic>
      <p:sp>
        <p:nvSpPr>
          <p:cNvPr id="4" name="Title 1">
            <a:extLst>
              <a:ext uri="{FF2B5EF4-FFF2-40B4-BE49-F238E27FC236}">
                <a16:creationId xmlns:a16="http://schemas.microsoft.com/office/drawing/2014/main" id="{6AF7D8B5-60D9-4A85-B6AC-AB2808C513AA}"/>
              </a:ext>
            </a:extLst>
          </p:cNvPr>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Click to add copy</a:t>
            </a:r>
          </a:p>
        </p:txBody>
      </p:sp>
    </p:spTree>
    <p:extLst>
      <p:ext uri="{BB962C8B-B14F-4D97-AF65-F5344CB8AC3E}">
        <p14:creationId xmlns:p14="http://schemas.microsoft.com/office/powerpoint/2010/main" val="2980851936"/>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Closing logo slide_2">
    <p:bg>
      <p:bgPr>
        <a:solidFill>
          <a:srgbClr val="E6E6E6"/>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3657F403-5530-4721-9A70-6AAA056C5EAE}"/>
              </a:ext>
            </a:extLst>
          </p:cNvPr>
          <p:cNvPicPr>
            <a:picLocks noChangeAspect="1"/>
          </p:cNvPicPr>
          <p:nvPr userDrawn="1"/>
        </p:nvPicPr>
        <p:blipFill>
          <a:blip r:embed="rId2"/>
          <a:srcRect t="10" b="10"/>
          <a:stretch/>
        </p:blipFill>
        <p:spPr>
          <a:xfrm>
            <a:off x="0" y="361014"/>
            <a:ext cx="12192000" cy="6496986"/>
          </a:xfrm>
          <a:prstGeom prst="rect">
            <a:avLst/>
          </a:prstGeom>
        </p:spPr>
      </p:pic>
      <p:pic>
        <p:nvPicPr>
          <p:cNvPr id="5" name="Picture 4">
            <a:extLst>
              <a:ext uri="{FF2B5EF4-FFF2-40B4-BE49-F238E27FC236}">
                <a16:creationId xmlns:a16="http://schemas.microsoft.com/office/drawing/2014/main" id="{D09DFFD1-BA11-46AD-ADEB-22CFF7148C44}"/>
              </a:ext>
            </a:extLst>
          </p:cNvPr>
          <p:cNvPicPr>
            <a:picLocks noChangeAspect="1"/>
          </p:cNvPicPr>
          <p:nvPr userDrawn="1"/>
        </p:nvPicPr>
        <p:blipFill>
          <a:blip r:embed="rId3"/>
          <a:srcRect/>
          <a:stretch/>
        </p:blipFill>
        <p:spPr>
          <a:xfrm>
            <a:off x="588580" y="595948"/>
            <a:ext cx="2130545" cy="402335"/>
          </a:xfrm>
          <a:prstGeom prst="rect">
            <a:avLst/>
          </a:prstGeom>
        </p:spPr>
      </p:pic>
    </p:spTree>
    <p:extLst>
      <p:ext uri="{BB962C8B-B14F-4D97-AF65-F5344CB8AC3E}">
        <p14:creationId xmlns:p14="http://schemas.microsoft.com/office/powerpoint/2010/main" val="3932699672"/>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Closing logo slide_3">
    <p:bg>
      <p:bgPr>
        <a:solidFill>
          <a:srgbClr val="F2F2F2"/>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A97FDC0C-A1E0-42E3-A6E6-4DC516B1ECF5}"/>
              </a:ext>
            </a:extLst>
          </p:cNvPr>
          <p:cNvPicPr>
            <a:picLocks noChangeAspect="1"/>
          </p:cNvPicPr>
          <p:nvPr userDrawn="1"/>
        </p:nvPicPr>
        <p:blipFill>
          <a:blip r:embed="rId2"/>
          <a:srcRect t="10" b="10"/>
          <a:stretch/>
        </p:blipFill>
        <p:spPr>
          <a:xfrm>
            <a:off x="0" y="361014"/>
            <a:ext cx="12192000" cy="6496986"/>
          </a:xfrm>
          <a:prstGeom prst="rect">
            <a:avLst/>
          </a:prstGeom>
        </p:spPr>
      </p:pic>
      <p:pic>
        <p:nvPicPr>
          <p:cNvPr id="5" name="Picture 4">
            <a:extLst>
              <a:ext uri="{FF2B5EF4-FFF2-40B4-BE49-F238E27FC236}">
                <a16:creationId xmlns:a16="http://schemas.microsoft.com/office/drawing/2014/main" id="{793ABA5D-327F-422E-A0DB-8C1167D731A0}"/>
              </a:ext>
            </a:extLst>
          </p:cNvPr>
          <p:cNvPicPr>
            <a:picLocks noChangeAspect="1"/>
          </p:cNvPicPr>
          <p:nvPr userDrawn="1"/>
        </p:nvPicPr>
        <p:blipFill>
          <a:blip r:embed="rId3"/>
          <a:srcRect/>
          <a:stretch/>
        </p:blipFill>
        <p:spPr>
          <a:xfrm>
            <a:off x="588578" y="595948"/>
            <a:ext cx="2130550" cy="402336"/>
          </a:xfrm>
          <a:prstGeom prst="rect">
            <a:avLst/>
          </a:prstGeom>
        </p:spPr>
      </p:pic>
    </p:spTree>
    <p:extLst>
      <p:ext uri="{BB962C8B-B14F-4D97-AF65-F5344CB8AC3E}">
        <p14:creationId xmlns:p14="http://schemas.microsoft.com/office/powerpoint/2010/main" val="909831968"/>
      </p:ext>
    </p:extLst>
  </p:cSld>
  <p:clrMapOvr>
    <a:overrideClrMapping bg1="lt1" tx1="dk1" bg2="lt2" tx2="dk2" accent1="accent1" accent2="accent2" accent3="accent3" accent4="accent4" accent5="accent5" accent6="accent6" hlink="hlink" folHlink="folHlink"/>
  </p:clrMapOvr>
  <p:transition>
    <p:fade/>
  </p:transition>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3482969643"/>
      </p:ext>
    </p:extLst>
  </p:cSld>
  <p:clrMapOvr>
    <a:overrideClrMapping bg1="dk1" tx1="lt1" bg2="dk2" tx2="lt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userDrawn="1">
          <p15:clr>
            <a:srgbClr val="5ACBF0"/>
          </p15:clr>
        </p15:guide>
        <p15:guide id="2" orient="horz" pos="288" userDrawn="1">
          <p15:clr>
            <a:srgbClr val="5ACBF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Walkin 1">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0712E43-0ECA-47E9-BF15-501D117A36B8}"/>
              </a:ext>
            </a:extLst>
          </p:cNvPr>
          <p:cNvPicPr>
            <a:picLocks noChangeAspect="1"/>
          </p:cNvPicPr>
          <p:nvPr userDrawn="1"/>
        </p:nvPicPr>
        <p:blipFill>
          <a:blip r:embed="rId2"/>
          <a:srcRect/>
          <a:stretch/>
        </p:blipFill>
        <p:spPr>
          <a:xfrm>
            <a:off x="1" y="0"/>
            <a:ext cx="12191998" cy="6857999"/>
          </a:xfrm>
          <a:prstGeom prst="rect">
            <a:avLst/>
          </a:prstGeom>
        </p:spPr>
      </p:pic>
    </p:spTree>
    <p:extLst>
      <p:ext uri="{BB962C8B-B14F-4D97-AF65-F5344CB8AC3E}">
        <p14:creationId xmlns:p14="http://schemas.microsoft.com/office/powerpoint/2010/main" val="2148831830"/>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4">
          <p15:clr>
            <a:srgbClr val="5ACBF0"/>
          </p15:clr>
        </p15:guide>
        <p15:guide id="3" orient="horz" pos="288">
          <p15:clr>
            <a:srgbClr val="5ACBF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Walkin 2">
    <p:bg>
      <p:bgPr>
        <a:solidFill>
          <a:schemeClr val="bg1"/>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979C710C-6494-4906-B8FD-9067630E1E97}"/>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B71ECF19-0181-4391-B473-2CD7E4C66476}"/>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8" name="Picture 7">
            <a:extLst>
              <a:ext uri="{FF2B5EF4-FFF2-40B4-BE49-F238E27FC236}">
                <a16:creationId xmlns:a16="http://schemas.microsoft.com/office/drawing/2014/main" id="{C703E829-F7D2-4CD8-9BC7-B89E16376882}"/>
              </a:ext>
            </a:extLst>
          </p:cNvPr>
          <p:cNvPicPr>
            <a:picLocks noChangeAspect="1"/>
          </p:cNvPicPr>
          <p:nvPr userDrawn="1"/>
        </p:nvPicPr>
        <p:blipFill>
          <a:blip r:embed="rId2"/>
          <a:srcRect l="10" r="10"/>
          <a:stretch/>
        </p:blipFill>
        <p:spPr>
          <a:xfrm>
            <a:off x="-1" y="727289"/>
            <a:ext cx="12192001" cy="6130711"/>
          </a:xfrm>
          <a:prstGeom prst="rect">
            <a:avLst/>
          </a:prstGeom>
        </p:spPr>
      </p:pic>
      <p:pic>
        <p:nvPicPr>
          <p:cNvPr id="7" name="Picture 6">
            <a:extLst>
              <a:ext uri="{FF2B5EF4-FFF2-40B4-BE49-F238E27FC236}">
                <a16:creationId xmlns:a16="http://schemas.microsoft.com/office/drawing/2014/main" id="{C0D3ED0C-7E34-4CCF-B7D1-D2832F24DFBB}"/>
              </a:ext>
            </a:extLst>
          </p:cNvPr>
          <p:cNvPicPr>
            <a:picLocks noChangeAspect="1"/>
          </p:cNvPicPr>
          <p:nvPr userDrawn="1"/>
        </p:nvPicPr>
        <p:blipFill>
          <a:blip r:embed="rId3"/>
          <a:srcRect/>
          <a:stretch/>
        </p:blipFill>
        <p:spPr>
          <a:xfrm>
            <a:off x="588580" y="595948"/>
            <a:ext cx="2130545" cy="402335"/>
          </a:xfrm>
          <a:prstGeom prst="rect">
            <a:avLst/>
          </a:prstGeom>
        </p:spPr>
      </p:pic>
    </p:spTree>
    <p:extLst>
      <p:ext uri="{BB962C8B-B14F-4D97-AF65-F5344CB8AC3E}">
        <p14:creationId xmlns:p14="http://schemas.microsoft.com/office/powerpoint/2010/main" val="1740044689"/>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Walkin 3">
    <p:bg>
      <p:bgPr>
        <a:solidFill>
          <a:schemeClr val="bg1"/>
        </a:solid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C57AB98C-3D65-4B37-98D9-D5EA9098B772}"/>
              </a:ext>
            </a:extLst>
          </p:cNvPr>
          <p:cNvPicPr>
            <a:picLocks noChangeAspect="1"/>
          </p:cNvPicPr>
          <p:nvPr userDrawn="1"/>
        </p:nvPicPr>
        <p:blipFill>
          <a:blip r:embed="rId2"/>
          <a:srcRect/>
          <a:stretch/>
        </p:blipFill>
        <p:spPr>
          <a:xfrm>
            <a:off x="0" y="6017392"/>
            <a:ext cx="12192000" cy="257996"/>
          </a:xfrm>
          <a:prstGeom prst="rect">
            <a:avLst/>
          </a:prstGeom>
        </p:spPr>
      </p:pic>
      <p:sp>
        <p:nvSpPr>
          <p:cNvPr id="6" name="Title 1">
            <a:extLst>
              <a:ext uri="{FF2B5EF4-FFF2-40B4-BE49-F238E27FC236}">
                <a16:creationId xmlns:a16="http://schemas.microsoft.com/office/drawing/2014/main" id="{3DC0384E-A179-4EED-B4A2-DCEF411CCB5E}"/>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7" name="Text Placeholder 4">
            <a:extLst>
              <a:ext uri="{FF2B5EF4-FFF2-40B4-BE49-F238E27FC236}">
                <a16:creationId xmlns:a16="http://schemas.microsoft.com/office/drawing/2014/main" id="{633D10E2-7DAB-4B5C-B008-EEA4F5823B1B}"/>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8" name="Picture 7">
            <a:extLst>
              <a:ext uri="{FF2B5EF4-FFF2-40B4-BE49-F238E27FC236}">
                <a16:creationId xmlns:a16="http://schemas.microsoft.com/office/drawing/2014/main" id="{1F81F8FE-0592-4EF1-90D8-AB0581608721}"/>
              </a:ext>
            </a:extLst>
          </p:cNvPr>
          <p:cNvPicPr>
            <a:picLocks noChangeAspect="1"/>
          </p:cNvPicPr>
          <p:nvPr userDrawn="1"/>
        </p:nvPicPr>
        <p:blipFill>
          <a:blip r:embed="rId3"/>
          <a:srcRect/>
          <a:stretch/>
        </p:blipFill>
        <p:spPr>
          <a:xfrm>
            <a:off x="590104" y="595948"/>
            <a:ext cx="2127497" cy="402335"/>
          </a:xfrm>
          <a:prstGeom prst="rect">
            <a:avLst/>
          </a:prstGeom>
        </p:spPr>
      </p:pic>
    </p:spTree>
    <p:extLst>
      <p:ext uri="{BB962C8B-B14F-4D97-AF65-F5344CB8AC3E}">
        <p14:creationId xmlns:p14="http://schemas.microsoft.com/office/powerpoint/2010/main" val="3323150658"/>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228">
          <p15:clr>
            <a:srgbClr val="5ACBF0"/>
          </p15:clr>
        </p15:guide>
        <p15:guide id="2" orient="horz" pos="2496">
          <p15:clr>
            <a:srgbClr val="5ACBF0"/>
          </p15:clr>
        </p15:guide>
        <p15:guide id="3" pos="6120">
          <p15:clr>
            <a:srgbClr val="5ACBF0"/>
          </p15:clr>
        </p15:guide>
        <p15:guide id="4" orient="horz" pos="2160">
          <p15:clr>
            <a:srgbClr val="FBAE40"/>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Walkin 4">
    <p:bg>
      <p:bgPr>
        <a:solidFill>
          <a:srgbClr val="2F2F2F"/>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979C710C-6494-4906-B8FD-9067630E1E97}"/>
              </a:ext>
            </a:extLst>
          </p:cNvPr>
          <p:cNvSpPr>
            <a:spLocks noGrp="1"/>
          </p:cNvSpPr>
          <p:nvPr>
            <p:ph type="title" hasCustomPrompt="1"/>
          </p:nvPr>
        </p:nvSpPr>
        <p:spPr>
          <a:xfrm>
            <a:off x="584200" y="2875002"/>
            <a:ext cx="6637867" cy="553998"/>
          </a:xfrm>
          <a:noFill/>
        </p:spPr>
        <p:txBody>
          <a:bodyPr wrap="square" lIns="0" tIns="0" rIns="0" bIns="0" anchor="b" anchorCtr="0">
            <a:spAutoFit/>
          </a:bodyPr>
          <a:lstStyle>
            <a:lvl1pPr>
              <a:defRPr sz="3600" spc="-50" baseline="0">
                <a:solidFill>
                  <a:schemeClr val="tx1"/>
                </a:solidFill>
                <a:latin typeface="+mj-lt"/>
                <a:cs typeface="Segoe UI" panose="020B0502040204020203" pitchFamily="34" charset="0"/>
              </a:defRPr>
            </a:lvl1pPr>
          </a:lstStyle>
          <a:p>
            <a:r>
              <a:rPr lang="en-US"/>
              <a:t>Event name or presentation title </a:t>
            </a:r>
          </a:p>
        </p:txBody>
      </p:sp>
      <p:sp>
        <p:nvSpPr>
          <p:cNvPr id="12" name="Text Placeholder 4">
            <a:extLst>
              <a:ext uri="{FF2B5EF4-FFF2-40B4-BE49-F238E27FC236}">
                <a16:creationId xmlns:a16="http://schemas.microsoft.com/office/drawing/2014/main" id="{B71ECF19-0181-4391-B473-2CD7E4C66476}"/>
              </a:ext>
            </a:extLst>
          </p:cNvPr>
          <p:cNvSpPr>
            <a:spLocks noGrp="1"/>
          </p:cNvSpPr>
          <p:nvPr>
            <p:ph type="body" sz="quarter" idx="12" hasCustomPrompt="1"/>
          </p:nvPr>
        </p:nvSpPr>
        <p:spPr>
          <a:xfrm>
            <a:off x="584200" y="3543143"/>
            <a:ext cx="6655646" cy="307777"/>
          </a:xfrm>
          <a:noFill/>
        </p:spPr>
        <p:txBody>
          <a:bodyPr wrap="square" lIns="0" tIns="0" rIns="0" bIns="0">
            <a:spAutoFit/>
          </a:bodyPr>
          <a:lstStyle>
            <a:lvl1pPr marL="0" indent="0">
              <a:spcBef>
                <a:spcPts val="0"/>
              </a:spcBef>
              <a:buNone/>
              <a:defRPr sz="2000" spc="0" baseline="0">
                <a:solidFill>
                  <a:schemeClr val="tx1"/>
                </a:solidFill>
                <a:latin typeface="+mn-lt"/>
                <a:cs typeface="Segoe UI" panose="020B0502040204020203" pitchFamily="34" charset="0"/>
              </a:defRPr>
            </a:lvl1pPr>
          </a:lstStyle>
          <a:p>
            <a:pPr lvl="0"/>
            <a:r>
              <a:rPr lang="en-US"/>
              <a:t>Speaker name or subtitle text</a:t>
            </a:r>
          </a:p>
        </p:txBody>
      </p:sp>
      <p:pic>
        <p:nvPicPr>
          <p:cNvPr id="6" name="Picture 5">
            <a:extLst>
              <a:ext uri="{FF2B5EF4-FFF2-40B4-BE49-F238E27FC236}">
                <a16:creationId xmlns:a16="http://schemas.microsoft.com/office/drawing/2014/main" id="{4C57A6DD-C7DA-4490-9706-D789A8D72FF4}"/>
              </a:ext>
            </a:extLst>
          </p:cNvPr>
          <p:cNvPicPr>
            <a:picLocks noChangeAspect="1"/>
          </p:cNvPicPr>
          <p:nvPr userDrawn="1"/>
        </p:nvPicPr>
        <p:blipFill>
          <a:blip r:embed="rId2"/>
          <a:srcRect l="10" r="10"/>
          <a:stretch/>
        </p:blipFill>
        <p:spPr>
          <a:xfrm>
            <a:off x="-1" y="727289"/>
            <a:ext cx="12192001" cy="6130711"/>
          </a:xfrm>
          <a:prstGeom prst="rect">
            <a:avLst/>
          </a:prstGeom>
        </p:spPr>
      </p:pic>
      <p:pic>
        <p:nvPicPr>
          <p:cNvPr id="7" name="Picture 6">
            <a:extLst>
              <a:ext uri="{FF2B5EF4-FFF2-40B4-BE49-F238E27FC236}">
                <a16:creationId xmlns:a16="http://schemas.microsoft.com/office/drawing/2014/main" id="{3951EA16-AD1D-4E1F-909F-1D5C16E47A7B}"/>
              </a:ext>
            </a:extLst>
          </p:cNvPr>
          <p:cNvPicPr>
            <a:picLocks noChangeAspect="1"/>
          </p:cNvPicPr>
          <p:nvPr userDrawn="1"/>
        </p:nvPicPr>
        <p:blipFill>
          <a:blip r:embed="rId3"/>
          <a:srcRect/>
          <a:stretch/>
        </p:blipFill>
        <p:spPr>
          <a:xfrm>
            <a:off x="590104" y="595948"/>
            <a:ext cx="2127497" cy="402335"/>
          </a:xfrm>
          <a:prstGeom prst="rect">
            <a:avLst/>
          </a:prstGeom>
        </p:spPr>
      </p:pic>
    </p:spTree>
    <p:extLst>
      <p:ext uri="{BB962C8B-B14F-4D97-AF65-F5344CB8AC3E}">
        <p14:creationId xmlns:p14="http://schemas.microsoft.com/office/powerpoint/2010/main" val="156701522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2" orient="horz" pos="2496">
          <p15:clr>
            <a:srgbClr val="5ACBF0"/>
          </p15:clr>
        </p15:guide>
        <p15:guide id="3" pos="6132">
          <p15:clr>
            <a:srgbClr val="5ACBF0"/>
          </p15:clr>
        </p15:guide>
        <p15:guide id="4" orient="horz" pos="2160">
          <p15:clr>
            <a:srgbClr val="FBAE40"/>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Title &amp; Non-bulleted text">
    <p:bg>
      <p:bgPr>
        <a:solidFill>
          <a:schemeClr val="bg1"/>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74528113"/>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Title &amp; Non-bulleted text">
    <p:bg>
      <p:bgPr>
        <a:solidFill>
          <a:schemeClr val="bg1"/>
        </a:solidFill>
        <a:effectLst/>
      </p:bgPr>
    </p:bg>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34B655BA-10A4-4A57-89DB-CFFBE1CA1E3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a:extLst>
              <a:ext uri="{FF2B5EF4-FFF2-40B4-BE49-F238E27FC236}">
                <a16:creationId xmlns:a16="http://schemas.microsoft.com/office/drawing/2014/main" id="{DF1801C5-48C1-4410-9802-372288452F7C}"/>
              </a:ext>
            </a:extLst>
          </p:cNvPr>
          <p:cNvPicPr>
            <a:picLocks noChangeAspect="1"/>
          </p:cNvPicPr>
          <p:nvPr userDrawn="1"/>
        </p:nvPicPr>
        <p:blipFill>
          <a:blip r:embed="rId2"/>
          <a:srcRect/>
          <a:stretch/>
        </p:blipFill>
        <p:spPr>
          <a:xfrm>
            <a:off x="0" y="6017392"/>
            <a:ext cx="12192000" cy="257996"/>
          </a:xfrm>
          <a:prstGeom prst="rect">
            <a:avLst/>
          </a:prstGeom>
        </p:spPr>
      </p:pic>
    </p:spTree>
    <p:extLst>
      <p:ext uri="{BB962C8B-B14F-4D97-AF65-F5344CB8AC3E}">
        <p14:creationId xmlns:p14="http://schemas.microsoft.com/office/powerpoint/2010/main" val="399849083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905">
          <p15:clr>
            <a:srgbClr val="5ACBF0"/>
          </p15:clr>
        </p15:guide>
        <p15:guide id="4" orient="horz" pos="1272">
          <p15:clr>
            <a:srgbClr val="5ACBF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3_Title &amp; Non-bulleted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pic>
        <p:nvPicPr>
          <p:cNvPr id="5" name="Picture 4">
            <a:extLst>
              <a:ext uri="{FF2B5EF4-FFF2-40B4-BE49-F238E27FC236}">
                <a16:creationId xmlns:a16="http://schemas.microsoft.com/office/drawing/2014/main" id="{6225435C-39E0-455B-B47A-B7A613681311}"/>
              </a:ext>
            </a:extLst>
          </p:cNvPr>
          <p:cNvPicPr>
            <a:picLocks noChangeAspect="1"/>
          </p:cNvPicPr>
          <p:nvPr userDrawn="1"/>
        </p:nvPicPr>
        <p:blipFill rotWithShape="1">
          <a:blip r:embed="rId2"/>
          <a:srcRect l="65068" r="3128" b="-2655"/>
          <a:stretch/>
        </p:blipFill>
        <p:spPr>
          <a:xfrm rot="19139065">
            <a:off x="8891709" y="5698742"/>
            <a:ext cx="3877558" cy="264844"/>
          </a:xfrm>
          <a:prstGeom prst="rect">
            <a:avLst/>
          </a:prstGeom>
        </p:spPr>
      </p:pic>
      <p:sp>
        <p:nvSpPr>
          <p:cNvPr id="6" name="Rectangle 5">
            <a:extLst>
              <a:ext uri="{FF2B5EF4-FFF2-40B4-BE49-F238E27FC236}">
                <a16:creationId xmlns:a16="http://schemas.microsoft.com/office/drawing/2014/main" id="{47935B10-C9C6-4D31-9ADF-71FD9B8F569F}"/>
              </a:ext>
            </a:extLst>
          </p:cNvPr>
          <p:cNvSpPr/>
          <p:nvPr userDrawn="1"/>
        </p:nvSpPr>
        <p:spPr bwMode="auto">
          <a:xfrm>
            <a:off x="12192000" y="4307417"/>
            <a:ext cx="109538" cy="594783"/>
          </a:xfrm>
          <a:prstGeom prst="rect">
            <a:avLst/>
          </a:prstGeom>
          <a:solidFill>
            <a:srgbClr val="E6E6E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gradFill>
                <a:gsLst>
                  <a:gs pos="0">
                    <a:srgbClr val="FFFFFF"/>
                  </a:gs>
                  <a:gs pos="100000">
                    <a:srgbClr val="FFFFFF"/>
                  </a:gs>
                </a:gsLst>
                <a:lin ang="5400000" scaled="0"/>
              </a:gradFill>
              <a:ea typeface="Segoe UI" pitchFamily="34" charset="0"/>
              <a:cs typeface="Segoe UI" pitchFamily="34" charset="0"/>
            </a:endParaRPr>
          </a:p>
        </p:txBody>
      </p:sp>
      <p:sp>
        <p:nvSpPr>
          <p:cNvPr id="7" name="Rectangle 6">
            <a:extLst>
              <a:ext uri="{FF2B5EF4-FFF2-40B4-BE49-F238E27FC236}">
                <a16:creationId xmlns:a16="http://schemas.microsoft.com/office/drawing/2014/main" id="{195EFA4C-C99E-470A-A53F-6ED184525E57}"/>
              </a:ext>
            </a:extLst>
          </p:cNvPr>
          <p:cNvSpPr/>
          <p:nvPr userDrawn="1"/>
        </p:nvSpPr>
        <p:spPr bwMode="auto">
          <a:xfrm>
            <a:off x="9116483" y="6858000"/>
            <a:ext cx="1023197" cy="345432"/>
          </a:xfrm>
          <a:prstGeom prst="rect">
            <a:avLst/>
          </a:prstGeom>
          <a:solidFill>
            <a:srgbClr val="E6E6E6"/>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l" defTabSz="932472" fontAlgn="base">
              <a:spcBef>
                <a:spcPct val="0"/>
              </a:spcBef>
              <a:spcAft>
                <a:spcPct val="0"/>
              </a:spcAft>
            </a:pPr>
            <a:endParaRPr lang="en-US" sz="2000" err="1">
              <a:gradFill>
                <a:gsLst>
                  <a:gs pos="0">
                    <a:srgbClr val="FFFFFF"/>
                  </a:gs>
                  <a:gs pos="100000">
                    <a:srgbClr val="FFFFFF"/>
                  </a:gs>
                </a:gsLst>
                <a:lin ang="5400000" scaled="0"/>
              </a:gradFill>
              <a:ea typeface="Segoe UI" pitchFamily="34" charset="0"/>
              <a:cs typeface="Segoe UI" pitchFamily="34" charset="0"/>
            </a:endParaRPr>
          </a:p>
        </p:txBody>
      </p:sp>
      <p:sp>
        <p:nvSpPr>
          <p:cNvPr id="8" name="Text Placeholder 3">
            <a:extLst>
              <a:ext uri="{FF2B5EF4-FFF2-40B4-BE49-F238E27FC236}">
                <a16:creationId xmlns:a16="http://schemas.microsoft.com/office/drawing/2014/main" id="{ED1B35D5-2535-4483-84C7-07873C0F3216}"/>
              </a:ext>
            </a:extLst>
          </p:cNvPr>
          <p:cNvSpPr>
            <a:spLocks noGrp="1"/>
          </p:cNvSpPr>
          <p:nvPr>
            <p:ph type="body" sz="quarter" idx="10"/>
          </p:nvPr>
        </p:nvSpPr>
        <p:spPr>
          <a:xfrm>
            <a:off x="586390" y="1434370"/>
            <a:ext cx="11018520" cy="2308324"/>
          </a:xfrm>
        </p:spPr>
        <p:txBody>
          <a:bodyPr wrap="square">
            <a:spAutoFit/>
          </a:bodyPr>
          <a:lstStyle>
            <a:lvl1pPr marL="0" indent="0">
              <a:buNone/>
              <a:defRPr/>
            </a:lvl1pPr>
            <a:lvl2pPr marL="228600" indent="0">
              <a:buNone/>
              <a:defRPr/>
            </a:lvl2pPr>
            <a:lvl3pPr marL="457200" indent="0">
              <a:buNone/>
              <a:defRPr/>
            </a:lvl3pPr>
            <a:lvl4pPr marL="685800" indent="0">
              <a:buNone/>
              <a:defRPr/>
            </a:lvl4pPr>
            <a:lvl5pPr marL="914400" indent="0">
              <a:buNone/>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94706078"/>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410093798"/>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774A587C-C2B6-4F83-A3B7-664CE50ED254}"/>
              </a:ext>
            </a:extLst>
          </p:cNvPr>
          <p:cNvPicPr>
            <a:picLocks noChangeAspect="1"/>
          </p:cNvPicPr>
          <p:nvPr userDrawn="1"/>
        </p:nvPicPr>
        <p:blipFill>
          <a:blip r:embed="rId2"/>
          <a:srcRect/>
          <a:stretch/>
        </p:blipFill>
        <p:spPr>
          <a:xfrm>
            <a:off x="0" y="6017392"/>
            <a:ext cx="12192000" cy="257996"/>
          </a:xfrm>
          <a:prstGeom prst="rect">
            <a:avLst/>
          </a:prstGeom>
        </p:spPr>
      </p:pic>
    </p:spTree>
    <p:extLst>
      <p:ext uri="{BB962C8B-B14F-4D97-AF65-F5344CB8AC3E}">
        <p14:creationId xmlns:p14="http://schemas.microsoft.com/office/powerpoint/2010/main" val="3087507175"/>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2_Title and Conten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FCFEFD-88E5-4869-B5C3-1611B0B50E15}"/>
              </a:ext>
            </a:extLst>
          </p:cNvPr>
          <p:cNvSpPr>
            <a:spLocks noGrp="1"/>
          </p:cNvSpPr>
          <p:nvPr>
            <p:ph type="title"/>
          </p:nvPr>
        </p:nvSpPr>
        <p:spPr/>
        <p:txBody>
          <a:bodyPr/>
          <a:lstStyle/>
          <a:p>
            <a:r>
              <a:rPr lang="en-US"/>
              <a:t>Click to edit Master title style</a:t>
            </a:r>
          </a:p>
        </p:txBody>
      </p:sp>
      <p:sp>
        <p:nvSpPr>
          <p:cNvPr id="3" name="Text Placeholder 2"/>
          <p:cNvSpPr>
            <a:spLocks noGrp="1"/>
          </p:cNvSpPr>
          <p:nvPr>
            <p:ph type="body" sz="quarter" idx="10"/>
          </p:nvPr>
        </p:nvSpPr>
        <p:spPr>
          <a:xfrm>
            <a:off x="584200" y="1435497"/>
            <a:ext cx="11018520" cy="230832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9AE91E89-EC0F-44C3-822D-7D4DD66B4E21}"/>
              </a:ext>
            </a:extLst>
          </p:cNvPr>
          <p:cNvPicPr>
            <a:picLocks noChangeAspect="1"/>
          </p:cNvPicPr>
          <p:nvPr userDrawn="1"/>
        </p:nvPicPr>
        <p:blipFill rotWithShape="1">
          <a:blip r:embed="rId2"/>
          <a:srcRect l="65068" r="3128" b="-2655"/>
          <a:stretch/>
        </p:blipFill>
        <p:spPr>
          <a:xfrm rot="19139065">
            <a:off x="8891709" y="5698742"/>
            <a:ext cx="3877558" cy="264844"/>
          </a:xfrm>
          <a:prstGeom prst="rect">
            <a:avLst/>
          </a:prstGeom>
        </p:spPr>
      </p:pic>
    </p:spTree>
    <p:extLst>
      <p:ext uri="{BB962C8B-B14F-4D97-AF65-F5344CB8AC3E}">
        <p14:creationId xmlns:p14="http://schemas.microsoft.com/office/powerpoint/2010/main" val="2682201083"/>
      </p:ext>
    </p:extLst>
  </p:cSld>
  <p:clrMapOvr>
    <a:masterClrMapping/>
  </p:clrMapOvr>
  <p:transition>
    <p:fade/>
  </p:transition>
  <p:extLst>
    <p:ext uri="{DCECCB84-F9BA-43D5-87BE-67443E8EF086}">
      <p15:sldGuideLst xmlns:p15="http://schemas.microsoft.com/office/powerpoint/2012/main">
        <p15:guide id="2" orient="horz" pos="1272">
          <p15:clr>
            <a:srgbClr val="5ACBF0"/>
          </p15:clr>
        </p15:guide>
        <p15:guide id="3" orient="horz" pos="288">
          <p15:clr>
            <a:srgbClr val="5ACBF0"/>
          </p15:clr>
        </p15:guide>
        <p15:guide id="5" orient="horz" pos="904">
          <p15:clr>
            <a:srgbClr val="5ACBF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wo Column Non-bulleted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876633-3E8D-4CF4-A5D4-D4E9D88A6DE0}"/>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4200"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Semilight" panose="020B0402040204020203" pitchFamily="34" charset="0"/>
                <a:cs typeface="Segoe UI Semilight" panose="020B04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E9CDCB4-03E1-4763-B83E-A1334BCDB0C0}"/>
              </a:ext>
            </a:extLst>
          </p:cNvPr>
          <p:cNvSpPr>
            <a:spLocks noGrp="1"/>
          </p:cNvSpPr>
          <p:nvPr>
            <p:ph type="body" sz="quarter" idx="12"/>
          </p:nvPr>
        </p:nvSpPr>
        <p:spPr>
          <a:xfrm>
            <a:off x="6397171" y="1435100"/>
            <a:ext cx="5212080" cy="1649682"/>
          </a:xfrm>
        </p:spPr>
        <p:txBody>
          <a:bodyPr wrap="square">
            <a:spAutoFit/>
          </a:bodyPr>
          <a:lstStyle>
            <a:lvl1pPr marL="0" indent="0">
              <a:spcBef>
                <a:spcPts val="1224"/>
              </a:spcBef>
              <a:buClr>
                <a:schemeClr val="tx1"/>
              </a:buClr>
              <a:buFont typeface="Wingdings" panose="05000000000000000000" pitchFamily="2" charset="2"/>
              <a:buNone/>
              <a:defRPr sz="2800" b="0">
                <a:latin typeface="Segoe UI Semilight" panose="020B0402040204020203" pitchFamily="34" charset="0"/>
                <a:cs typeface="Segoe UI Semilight" panose="020B0402040204020203" pitchFamily="34" charset="0"/>
              </a:defRPr>
            </a:lvl1pPr>
            <a:lvl2pPr marL="255588" indent="0">
              <a:buFont typeface="Wingdings" panose="05000000000000000000" pitchFamily="2" charset="2"/>
              <a:buNone/>
              <a:defRPr sz="2000" b="0"/>
            </a:lvl2pPr>
            <a:lvl3pPr marL="450850" indent="0">
              <a:buFont typeface="Wingdings" panose="05000000000000000000" pitchFamily="2" charset="2"/>
              <a:buNone/>
              <a:tabLst/>
              <a:defRPr sz="1600" b="0"/>
            </a:lvl3pPr>
            <a:lvl4pPr marL="652462" indent="0">
              <a:buFont typeface="Wingdings" panose="05000000000000000000" pitchFamily="2" charset="2"/>
              <a:buNone/>
              <a:defRPr sz="1400" b="0"/>
            </a:lvl4pPr>
            <a:lvl5pPr marL="854075" indent="0">
              <a:buFont typeface="Wingdings" panose="05000000000000000000" pitchFamily="2" charset="2"/>
              <a:buNone/>
              <a:tabLst/>
              <a:defRPr sz="14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860773406"/>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2">
          <p15:clr>
            <a:srgbClr val="5ACBF0"/>
          </p15:clr>
        </p15:guide>
        <p15:guide id="3" orient="horz" pos="904">
          <p15:clr>
            <a:srgbClr val="5ACBF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Two Column Bullet tex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BE2550-DA43-453C-A328-33C740E65403}"/>
              </a:ext>
            </a:extLst>
          </p:cNvPr>
          <p:cNvSpPr>
            <a:spLocks noGrp="1"/>
          </p:cNvSpPr>
          <p:nvPr>
            <p:ph type="title"/>
          </p:nvPr>
        </p:nvSpPr>
        <p:spPr/>
        <p:txBody>
          <a:bodyPr/>
          <a:lstStyle/>
          <a:p>
            <a:r>
              <a:rPr lang="en-US"/>
              <a:t>Click to edit Master title style</a:t>
            </a:r>
          </a:p>
        </p:txBody>
      </p:sp>
      <p:sp>
        <p:nvSpPr>
          <p:cNvPr id="4" name="Text Placeholder 3"/>
          <p:cNvSpPr>
            <a:spLocks noGrp="1"/>
          </p:cNvSpPr>
          <p:nvPr>
            <p:ph type="body" sz="quarter" idx="10"/>
          </p:nvPr>
        </p:nvSpPr>
        <p:spPr>
          <a:xfrm>
            <a:off x="584200" y="1437481"/>
            <a:ext cx="5212080" cy="1649682"/>
          </a:xfrm>
        </p:spPr>
        <p:txBody>
          <a:bodyPr wrap="square">
            <a:spAutoFit/>
          </a:bodyPr>
          <a:lstStyle>
            <a:lvl1pPr marL="231775" indent="-231775">
              <a:spcBef>
                <a:spcPts val="1224"/>
              </a:spcBef>
              <a:buClr>
                <a:schemeClr val="tx1"/>
              </a:buClr>
              <a:buFont typeface="Wingdings" panose="05000000000000000000" pitchFamily="2" charset="2"/>
              <a:buChar char=""/>
              <a:defRPr sz="2800" b="0">
                <a:latin typeface="Segoe UI Semilight" panose="020B0402040204020203" pitchFamily="34" charset="0"/>
                <a:cs typeface="Segoe UI Semilight" panose="020B0402040204020203" pitchFamily="34" charset="0"/>
              </a:defRPr>
            </a:lvl1pPr>
            <a:lvl2pPr marL="427038" indent="-171450">
              <a:buFont typeface="Wingdings" panose="05000000000000000000" pitchFamily="2" charset="2"/>
              <a:buChar char=""/>
              <a:defRPr sz="2000" b="0"/>
            </a:lvl2pPr>
            <a:lvl3pPr marL="639763" indent="-188913">
              <a:buFont typeface="Wingdings" panose="05000000000000000000" pitchFamily="2" charset="2"/>
              <a:buChar char=""/>
              <a:tabLst/>
              <a:defRPr sz="1600" b="0"/>
            </a:lvl3pPr>
            <a:lvl4pPr marL="828675" indent="-176213">
              <a:buFont typeface="Wingdings" panose="05000000000000000000" pitchFamily="2" charset="2"/>
              <a:buChar char=""/>
              <a:defRPr sz="1400" b="0"/>
            </a:lvl4pPr>
            <a:lvl5pPr marL="1023938" indent="-169863">
              <a:buFont typeface="Wingdings" panose="05000000000000000000" pitchFamily="2" charset="2"/>
              <a:buChar char=""/>
              <a:tabLst/>
              <a:defRPr sz="14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Text Placeholder 3">
            <a:extLst>
              <a:ext uri="{FF2B5EF4-FFF2-40B4-BE49-F238E27FC236}">
                <a16:creationId xmlns:a16="http://schemas.microsoft.com/office/drawing/2014/main" id="{85278796-7B84-4D67-88CD-BF78BB06D214}"/>
              </a:ext>
            </a:extLst>
          </p:cNvPr>
          <p:cNvSpPr>
            <a:spLocks noGrp="1"/>
          </p:cNvSpPr>
          <p:nvPr>
            <p:ph type="body" sz="quarter" idx="11"/>
          </p:nvPr>
        </p:nvSpPr>
        <p:spPr>
          <a:xfrm>
            <a:off x="6389914" y="1437481"/>
            <a:ext cx="5212080" cy="1649682"/>
          </a:xfrm>
        </p:spPr>
        <p:txBody>
          <a:bodyPr wrap="square">
            <a:spAutoFit/>
          </a:bodyPr>
          <a:lstStyle>
            <a:lvl1pPr marL="231775" indent="-231775">
              <a:spcBef>
                <a:spcPts val="1224"/>
              </a:spcBef>
              <a:buClr>
                <a:schemeClr val="tx1"/>
              </a:buClr>
              <a:buFont typeface="Wingdings" panose="05000000000000000000" pitchFamily="2" charset="2"/>
              <a:buChar char=""/>
              <a:defRPr sz="2800" b="0">
                <a:latin typeface="Segoe UI Semilight" panose="020B0402040204020203" pitchFamily="34" charset="0"/>
                <a:cs typeface="Segoe UI Semilight" panose="020B0402040204020203" pitchFamily="34" charset="0"/>
              </a:defRPr>
            </a:lvl1pPr>
            <a:lvl2pPr marL="427038" indent="-171450">
              <a:buFont typeface="Wingdings" panose="05000000000000000000" pitchFamily="2" charset="2"/>
              <a:buChar char=""/>
              <a:defRPr sz="2000" b="0"/>
            </a:lvl2pPr>
            <a:lvl3pPr marL="639763" indent="-188913">
              <a:buFont typeface="Wingdings" panose="05000000000000000000" pitchFamily="2" charset="2"/>
              <a:buChar char=""/>
              <a:tabLst/>
              <a:defRPr sz="1600" b="0"/>
            </a:lvl3pPr>
            <a:lvl4pPr marL="828675" indent="-176213">
              <a:buFont typeface="Wingdings" panose="05000000000000000000" pitchFamily="2" charset="2"/>
              <a:buChar char=""/>
              <a:defRPr sz="1400" b="0"/>
            </a:lvl4pPr>
            <a:lvl5pPr marL="1023938" indent="-169863">
              <a:buFont typeface="Wingdings" panose="05000000000000000000" pitchFamily="2" charset="2"/>
              <a:buChar char=""/>
              <a:tabLst/>
              <a:defRPr sz="1400" b="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784350045"/>
      </p:ext>
    </p:extLst>
  </p:cSld>
  <p:clrMapOvr>
    <a:masterClrMapping/>
  </p:clrMapOvr>
  <p:transition>
    <p:fade/>
  </p:transition>
  <p:extLst>
    <p:ext uri="{DCECCB84-F9BA-43D5-87BE-67443E8EF086}">
      <p15:sldGuideLst xmlns:p15="http://schemas.microsoft.com/office/powerpoint/2012/main">
        <p15:guide id="1" orient="horz" pos="288">
          <p15:clr>
            <a:srgbClr val="5ACBF0"/>
          </p15:clr>
        </p15:guide>
        <p15:guide id="2" orient="horz" pos="1276">
          <p15:clr>
            <a:srgbClr val="5ACBF0"/>
          </p15:clr>
        </p15:guide>
        <p15:guide id="3" orient="horz" pos="904">
          <p15:clr>
            <a:srgbClr val="5ACBF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Title Only with grid">
    <p:bg>
      <p:bgPr>
        <a:solidFill>
          <a:schemeClr val="bg1"/>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D31026A-4A74-439D-A8F5-DB82A03E713C}"/>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4014188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Small title - half page">
    <p:bg>
      <p:bgPr>
        <a:solidFill>
          <a:schemeClr val="bg1"/>
        </a:solidFill>
        <a:effectLst/>
      </p:bgPr>
    </p:bg>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4B2500C4-B436-4E3A-8A91-A02448A774DB}"/>
              </a:ext>
            </a:extLst>
          </p:cNvPr>
          <p:cNvSpPr>
            <a:spLocks noGrp="1"/>
          </p:cNvSpPr>
          <p:nvPr>
            <p:ph type="title"/>
          </p:nvPr>
        </p:nvSpPr>
        <p:spPr>
          <a:xfrm>
            <a:off x="584200" y="457200"/>
            <a:ext cx="5508419" cy="372410"/>
          </a:xfrm>
        </p:spPr>
        <p:txBody>
          <a:bodyPr tIns="64008"/>
          <a:lstStyle>
            <a:lvl1pPr>
              <a:defRPr sz="2000" spc="0">
                <a:latin typeface="+mj-lt"/>
                <a:cs typeface="Segoe UI" panose="020B0502040204020203" pitchFamily="34" charset="0"/>
              </a:defRPr>
            </a:lvl1pPr>
          </a:lstStyle>
          <a:p>
            <a:r>
              <a:rPr lang="en-US"/>
              <a:t>Click to edit Master title style</a:t>
            </a:r>
          </a:p>
        </p:txBody>
      </p:sp>
    </p:spTree>
    <p:extLst>
      <p:ext uri="{BB962C8B-B14F-4D97-AF65-F5344CB8AC3E}">
        <p14:creationId xmlns:p14="http://schemas.microsoft.com/office/powerpoint/2010/main" val="2931481418"/>
      </p:ext>
    </p:extLst>
  </p:cSld>
  <p:clrMapOvr>
    <a:masterClrMapping/>
  </p:clrMapOvr>
  <p:transition>
    <p:fade/>
  </p:transition>
  <p:extLst>
    <p:ext uri="{DCECCB84-F9BA-43D5-87BE-67443E8EF086}">
      <p15:sldGuideLst xmlns:p15="http://schemas.microsoft.com/office/powerpoint/2012/main">
        <p15:guide id="6" pos="779">
          <p15:clr>
            <a:srgbClr val="A4A3A4"/>
          </p15:clr>
        </p15:guide>
        <p15:guide id="7" pos="962">
          <p15:clr>
            <a:srgbClr val="A4A3A4"/>
          </p15:clr>
        </p15:guide>
        <p15:guide id="8" pos="1373">
          <p15:clr>
            <a:srgbClr val="A4A3A4"/>
          </p15:clr>
        </p15:guide>
        <p15:guide id="9" pos="1556">
          <p15:clr>
            <a:srgbClr val="A4A3A4"/>
          </p15:clr>
        </p15:guide>
        <p15:guide id="10" pos="1967">
          <p15:clr>
            <a:srgbClr val="A4A3A4"/>
          </p15:clr>
        </p15:guide>
        <p15:guide id="11" pos="2150">
          <p15:clr>
            <a:srgbClr val="A4A3A4"/>
          </p15:clr>
        </p15:guide>
        <p15:guide id="12" pos="2561">
          <p15:clr>
            <a:srgbClr val="A4A3A4"/>
          </p15:clr>
        </p15:guide>
        <p15:guide id="13" pos="2744">
          <p15:clr>
            <a:srgbClr val="A4A3A4"/>
          </p15:clr>
        </p15:guide>
        <p15:guide id="14" pos="3155">
          <p15:clr>
            <a:srgbClr val="A4A3A4"/>
          </p15:clr>
        </p15:guide>
        <p15:guide id="15" pos="3338">
          <p15:clr>
            <a:srgbClr val="A4A3A4"/>
          </p15:clr>
        </p15:guide>
        <p15:guide id="16" pos="3749">
          <p15:clr>
            <a:srgbClr val="A4A3A4"/>
          </p15:clr>
        </p15:guide>
        <p15:guide id="17" pos="3932">
          <p15:clr>
            <a:srgbClr val="A4A3A4"/>
          </p15:clr>
        </p15:guide>
        <p15:guide id="18" pos="4343">
          <p15:clr>
            <a:srgbClr val="A4A3A4"/>
          </p15:clr>
        </p15:guide>
        <p15:guide id="19" pos="4526">
          <p15:clr>
            <a:srgbClr val="A4A3A4"/>
          </p15:clr>
        </p15:guide>
        <p15:guide id="20" pos="4937">
          <p15:clr>
            <a:srgbClr val="A4A3A4"/>
          </p15:clr>
        </p15:guide>
        <p15:guide id="21" pos="5120">
          <p15:clr>
            <a:srgbClr val="A4A3A4"/>
          </p15:clr>
        </p15:guide>
        <p15:guide id="22" pos="5529">
          <p15:clr>
            <a:srgbClr val="A4A3A4"/>
          </p15:clr>
        </p15:guide>
        <p15:guide id="23" pos="5714">
          <p15:clr>
            <a:srgbClr val="A4A3A4"/>
          </p15:clr>
        </p15:guide>
        <p15:guide id="24" pos="6123">
          <p15:clr>
            <a:srgbClr val="A4A3A4"/>
          </p15:clr>
        </p15:guide>
        <p15:guide id="25" pos="6308">
          <p15:clr>
            <a:srgbClr val="A4A3A4"/>
          </p15:clr>
        </p15:guide>
        <p15:guide id="26" pos="6717">
          <p15:clr>
            <a:srgbClr val="A4A3A4"/>
          </p15:clr>
        </p15:guide>
        <p15:guide id="27" pos="6900">
          <p15:clr>
            <a:srgbClr val="A4A3A4"/>
          </p15:clr>
        </p15:guide>
        <p15:guide id="28" orient="horz" pos="905">
          <p15:clr>
            <a:srgbClr val="5ACBF0"/>
          </p15:clr>
        </p15:guide>
        <p15:guide id="29" orient="horz" pos="1271">
          <p15:clr>
            <a:srgbClr val="5ACBF0"/>
          </p15:clr>
        </p15:guide>
        <p15:guide id="30" orient="horz" pos="288">
          <p15:clr>
            <a:srgbClr val="5ACBF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Title - Square Photo ">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200" y="2025650"/>
            <a:ext cx="4161981" cy="1107996"/>
          </a:xfrm>
        </p:spPr>
        <p:txBody>
          <a:bodyPr wrap="square" rIns="0" anchor="b">
            <a:spAutoFit/>
          </a:bodyPr>
          <a:lstStyle>
            <a:lvl1pPr>
              <a:lnSpc>
                <a:spcPct val="100000"/>
              </a:lnSpc>
              <a:defRPr sz="3600" b="0" spc="-49"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Title format square photo layout </a:t>
            </a:r>
          </a:p>
        </p:txBody>
      </p:sp>
      <p:sp>
        <p:nvSpPr>
          <p:cNvPr id="4" name="Text Placeholder 3">
            <a:extLst>
              <a:ext uri="{FF2B5EF4-FFF2-40B4-BE49-F238E27FC236}">
                <a16:creationId xmlns:a16="http://schemas.microsoft.com/office/drawing/2014/main" id="{0E780C89-4FC1-4FE7-AFCA-1C41A1B0944C}"/>
              </a:ext>
            </a:extLst>
          </p:cNvPr>
          <p:cNvSpPr>
            <a:spLocks noGrp="1"/>
          </p:cNvSpPr>
          <p:nvPr>
            <p:ph type="body" sz="quarter" idx="10"/>
          </p:nvPr>
        </p:nvSpPr>
        <p:spPr>
          <a:xfrm>
            <a:off x="584200" y="3535541"/>
            <a:ext cx="4162425" cy="307777"/>
          </a:xfrm>
        </p:spPr>
        <p:txBody>
          <a:bodyPr/>
          <a:lstStyle>
            <a:lvl1pPr marL="0" indent="0">
              <a:buNone/>
              <a:defRPr sz="2000">
                <a:latin typeface="+mn-lt"/>
              </a:defRPr>
            </a:lvl1pPr>
            <a:lvl2pPr marL="228600" indent="0">
              <a:buNone/>
              <a:defRPr/>
            </a:lvl2pPr>
            <a:lvl3pPr marL="457200" indent="0">
              <a:buNone/>
              <a:defRPr/>
            </a:lvl3pPr>
            <a:lvl4pPr marL="661988" indent="0">
              <a:buNone/>
              <a:defRPr/>
            </a:lvl4pPr>
            <a:lvl5pPr marL="855663" indent="0">
              <a:buNone/>
              <a:defRPr/>
            </a:lvl5pPr>
          </a:lstStyle>
          <a:p>
            <a:pPr lvl="0"/>
            <a:r>
              <a:rPr lang="en-US"/>
              <a:t>Edit Master text styles</a:t>
            </a:r>
          </a:p>
        </p:txBody>
      </p:sp>
      <p:sp>
        <p:nvSpPr>
          <p:cNvPr id="5" name="Picture Placeholder">
            <a:extLst>
              <a:ext uri="{FF2B5EF4-FFF2-40B4-BE49-F238E27FC236}">
                <a16:creationId xmlns:a16="http://schemas.microsoft.com/office/drawing/2014/main" id="{6178F5D2-7CA2-4202-8FD2-95D8F7A2E98D}"/>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1952163360"/>
      </p:ext>
    </p:extLst>
  </p:cSld>
  <p:clrMapOvr>
    <a:masterClrMapping/>
  </p:clrMapOvr>
  <p:transition>
    <p:fade/>
  </p:transition>
  <p:extLst>
    <p:ext uri="{DCECCB84-F9BA-43D5-87BE-67443E8EF086}">
      <p15:sldGuideLst xmlns:p15="http://schemas.microsoft.com/office/powerpoint/2012/main">
        <p15:guide id="2" pos="3360">
          <p15:clr>
            <a:srgbClr val="FBAE40"/>
          </p15:clr>
        </p15:guide>
        <p15:guide id="6" orient="horz" pos="904">
          <p15:clr>
            <a:srgbClr val="5ACBF0"/>
          </p15:clr>
        </p15:guide>
        <p15:guide id="7" orient="horz" pos="1276">
          <p15:clr>
            <a:srgbClr val="5ACBF0"/>
          </p15:clr>
        </p15:guide>
        <p15:guide id="8" orient="horz" pos="2226">
          <p15:clr>
            <a:srgbClr val="5ACBF0"/>
          </p15:clr>
        </p15:guide>
        <p15:guide id="10" pos="3729">
          <p15:clr>
            <a:srgbClr val="C35EA4"/>
          </p15:clr>
        </p15:guide>
        <p15:guide id="11" pos="2993">
          <p15:clr>
            <a:srgbClr val="5ACBF0"/>
          </p15:clr>
        </p15:guide>
        <p15:guide id="12" pos="3543">
          <p15:clr>
            <a:srgbClr val="A4A3A4"/>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Square Photo ">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025" y="2875002"/>
            <a:ext cx="4161981" cy="1107996"/>
          </a:xfrm>
        </p:spPr>
        <p:txBody>
          <a:bodyPr wrap="square" rIns="0" anchor="ctr" anchorCtr="0">
            <a:spAutoFit/>
          </a:bodyPr>
          <a:lstStyle>
            <a:lvl1pPr>
              <a:lnSpc>
                <a:spcPct val="100000"/>
              </a:lnSpc>
              <a:defRPr sz="3600" b="0" spc="-49"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Square photo layout with Title  </a:t>
            </a:r>
          </a:p>
        </p:txBody>
      </p:sp>
      <p:sp>
        <p:nvSpPr>
          <p:cNvPr id="4" name="Picture Placeholder">
            <a:extLst>
              <a:ext uri="{FF2B5EF4-FFF2-40B4-BE49-F238E27FC236}">
                <a16:creationId xmlns:a16="http://schemas.microsoft.com/office/drawing/2014/main" id="{3956AAB8-C2DF-40F3-A72B-0FA6F47702E6}"/>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4208981506"/>
      </p:ext>
    </p:extLst>
  </p:cSld>
  <p:clrMapOvr>
    <a:masterClrMapping/>
  </p:clrMapOvr>
  <p:transition>
    <p:fade/>
  </p:transition>
  <p:extLst>
    <p:ext uri="{DCECCB84-F9BA-43D5-87BE-67443E8EF086}">
      <p15:sldGuideLst xmlns:p15="http://schemas.microsoft.com/office/powerpoint/2012/main">
        <p15:guide id="2" pos="3360">
          <p15:clr>
            <a:srgbClr val="FBAE40"/>
          </p15:clr>
        </p15:guide>
        <p15:guide id="5" orient="horz" pos="2160">
          <p15:clr>
            <a:srgbClr val="FBAE40"/>
          </p15:clr>
        </p15:guide>
        <p15:guide id="6" pos="2991">
          <p15:clr>
            <a:srgbClr val="5ACBF0"/>
          </p15:clr>
        </p15:guide>
        <p15:guide id="7" pos="3728">
          <p15:clr>
            <a:srgbClr val="C35EA4"/>
          </p15:clr>
        </p15:guide>
        <p15:guide id="8" pos="3544">
          <p15:clr>
            <a:srgbClr val="A4A3A4"/>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Square Photo 2">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4200" y="2981637"/>
            <a:ext cx="4160520" cy="861774"/>
          </a:xfrm>
        </p:spPr>
        <p:txBody>
          <a:bodyPr wrap="square" anchor="t">
            <a:spAutoFit/>
          </a:bodyPr>
          <a:lstStyle>
            <a:lvl1pPr>
              <a:lnSpc>
                <a:spcPct val="100000"/>
              </a:lnSpc>
              <a:defRPr sz="2800" b="0" spc="0" baseline="0">
                <a:gradFill>
                  <a:gsLst>
                    <a:gs pos="1250">
                      <a:schemeClr val="tx1"/>
                    </a:gs>
                    <a:gs pos="100000">
                      <a:schemeClr val="tx1"/>
                    </a:gs>
                  </a:gsLst>
                  <a:lin ang="5400000" scaled="0"/>
                </a:gradFill>
                <a:latin typeface="+mj-lt"/>
                <a:cs typeface="Segoe UI Semilight" panose="020B0402040204020203" pitchFamily="34" charset="0"/>
              </a:defRPr>
            </a:lvl1pPr>
          </a:lstStyle>
          <a:p>
            <a:r>
              <a:rPr lang="en-US"/>
              <a:t>Square photo layout with smaller text</a:t>
            </a:r>
          </a:p>
        </p:txBody>
      </p:sp>
      <p:sp>
        <p:nvSpPr>
          <p:cNvPr id="4" name="Picture Placeholder">
            <a:extLst>
              <a:ext uri="{FF2B5EF4-FFF2-40B4-BE49-F238E27FC236}">
                <a16:creationId xmlns:a16="http://schemas.microsoft.com/office/drawing/2014/main" id="{18102CFD-D7DD-461F-B675-FAE01404E555}"/>
              </a:ext>
            </a:extLst>
          </p:cNvPr>
          <p:cNvSpPr>
            <a:spLocks noGrp="1"/>
          </p:cNvSpPr>
          <p:nvPr>
            <p:ph type="pic" sz="quarter" idx="11" hasCustomPrompt="1"/>
          </p:nvPr>
        </p:nvSpPr>
        <p:spPr bwMode="gray">
          <a:xfrm>
            <a:off x="5334000" y="0"/>
            <a:ext cx="6858000" cy="6858000"/>
          </a:xfrm>
          <a:blipFill>
            <a:blip r:embed="rId2"/>
            <a:stretch>
              <a:fillRect/>
            </a:stretch>
          </a:blipFill>
        </p:spPr>
        <p:txBody>
          <a:bodyPr lIns="0" tIns="2011680" rIns="0" anchor="t" anchorCtr="0">
            <a:noAutofit/>
          </a:bodyPr>
          <a:lstStyle>
            <a:lvl1pPr marL="0" indent="0" algn="ctr">
              <a:lnSpc>
                <a:spcPct val="100000"/>
              </a:lnSpc>
              <a:buNone/>
              <a:defRPr sz="1600" b="1">
                <a:solidFill>
                  <a:srgbClr val="FFFFFF"/>
                </a:solidFill>
                <a:latin typeface="+mn-lt"/>
                <a:cs typeface="Segoe UI" panose="020B0502040204020203" pitchFamily="34" charset="0"/>
              </a:defRPr>
            </a:lvl1pPr>
          </a:lstStyle>
          <a:p>
            <a:r>
              <a:rPr lang="en-US"/>
              <a:t>drag &amp; drop your photo here </a:t>
            </a:r>
            <a:br>
              <a:rPr lang="en-US"/>
            </a:br>
            <a:r>
              <a:rPr lang="en-US"/>
              <a:t>or click or tap icon below </a:t>
            </a:r>
            <a:br>
              <a:rPr lang="en-US"/>
            </a:br>
            <a:r>
              <a:rPr lang="en-US"/>
              <a:t>to insert</a:t>
            </a:r>
          </a:p>
        </p:txBody>
      </p:sp>
    </p:spTree>
    <p:extLst>
      <p:ext uri="{BB962C8B-B14F-4D97-AF65-F5344CB8AC3E}">
        <p14:creationId xmlns:p14="http://schemas.microsoft.com/office/powerpoint/2010/main" val="3373083827"/>
      </p:ext>
    </p:extLst>
  </p:cSld>
  <p:clrMapOvr>
    <a:masterClrMapping/>
  </p:clrMapOvr>
  <p:transition>
    <p:fade/>
  </p:transition>
  <p:extLst>
    <p:ext uri="{DCECCB84-F9BA-43D5-87BE-67443E8EF086}">
      <p15:sldGuideLst xmlns:p15="http://schemas.microsoft.com/office/powerpoint/2012/main">
        <p15:guide id="2" pos="3360">
          <p15:clr>
            <a:srgbClr val="FBAE40"/>
          </p15:clr>
        </p15:guide>
        <p15:guide id="3" orient="horz" pos="1877">
          <p15:clr>
            <a:srgbClr val="5ACBF0"/>
          </p15:clr>
        </p15:guide>
        <p15:guide id="4" pos="3731">
          <p15:clr>
            <a:srgbClr val="C35EA4"/>
          </p15:clr>
        </p15:guide>
        <p15:guide id="5" pos="2993">
          <p15:clr>
            <a:srgbClr val="5ACBF0"/>
          </p15:clr>
        </p15:guide>
        <p15:guide id="6" pos="3547">
          <p15:clr>
            <a:srgbClr val="A4A3A4"/>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Demo slide">
    <p:bg>
      <p:bgPr>
        <a:solidFill>
          <a:schemeClr val="bg1"/>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7E5117A3-E69B-4D89-A69A-EF7381798FC8}"/>
              </a:ext>
            </a:extLst>
          </p:cNvPr>
          <p:cNvSpPr>
            <a:spLocks noGrp="1"/>
          </p:cNvSpPr>
          <p:nvPr>
            <p:ph type="title" hasCustomPrompt="1"/>
          </p:nvPr>
        </p:nvSpPr>
        <p:spPr>
          <a:xfrm>
            <a:off x="585216" y="2985450"/>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tx1"/>
                </a:solidFill>
                <a:effectLst/>
                <a:latin typeface="+mj-lt"/>
                <a:ea typeface="+mn-ea"/>
                <a:cs typeface="Segoe UI" pitchFamily="34" charset="0"/>
              </a:defRPr>
            </a:lvl1pPr>
          </a:lstStyle>
          <a:p>
            <a:r>
              <a:rPr lang="en-US"/>
              <a:t>Demo title</a:t>
            </a:r>
          </a:p>
        </p:txBody>
      </p:sp>
      <p:sp>
        <p:nvSpPr>
          <p:cNvPr id="7" name="Text Placeholder 4">
            <a:extLst>
              <a:ext uri="{FF2B5EF4-FFF2-40B4-BE49-F238E27FC236}">
                <a16:creationId xmlns:a16="http://schemas.microsoft.com/office/drawing/2014/main" id="{1D7B5D50-6898-43D7-ABF7-5775BC3EA8E9}"/>
              </a:ext>
            </a:extLst>
          </p:cNvPr>
          <p:cNvSpPr>
            <a:spLocks noGrp="1"/>
          </p:cNvSpPr>
          <p:nvPr>
            <p:ph type="body" sz="quarter" idx="12" hasCustomPrompt="1"/>
          </p:nvPr>
        </p:nvSpPr>
        <p:spPr>
          <a:xfrm>
            <a:off x="599283" y="3605425"/>
            <a:ext cx="9144000" cy="307777"/>
          </a:xfrm>
          <a:noFill/>
        </p:spPr>
        <p:txBody>
          <a:bodyPr lIns="0" tIns="0" rIns="0" bIns="0">
            <a:spAutoFit/>
          </a:bodyPr>
          <a:lstStyle>
            <a:lvl1pPr marL="0" indent="0">
              <a:spcBef>
                <a:spcPts val="0"/>
              </a:spcBef>
              <a:spcAft>
                <a:spcPts val="0"/>
              </a:spcAft>
              <a:buFont typeface="Arial" panose="020B0604020202020204" pitchFamily="34" charset="0"/>
              <a:buNone/>
              <a:defRPr sz="2000" spc="0" baseline="0">
                <a:solidFill>
                  <a:schemeClr val="tx1"/>
                </a:solidFill>
                <a:latin typeface="+mn-lt"/>
              </a:defRPr>
            </a:lvl1pPr>
          </a:lstStyle>
          <a:p>
            <a:pPr lvl="0"/>
            <a:r>
              <a:rPr lang="en-US"/>
              <a:t>Speaker name</a:t>
            </a:r>
          </a:p>
        </p:txBody>
      </p:sp>
      <p:pic>
        <p:nvPicPr>
          <p:cNvPr id="5" name="Picture 4">
            <a:extLst>
              <a:ext uri="{FF2B5EF4-FFF2-40B4-BE49-F238E27FC236}">
                <a16:creationId xmlns:a16="http://schemas.microsoft.com/office/drawing/2014/main" id="{B6E0ACDA-E7A1-431F-9526-000B4B6A95DC}"/>
              </a:ext>
            </a:extLst>
          </p:cNvPr>
          <p:cNvPicPr>
            <a:picLocks noChangeAspect="1"/>
          </p:cNvPicPr>
          <p:nvPr userDrawn="1"/>
        </p:nvPicPr>
        <p:blipFill>
          <a:blip r:embed="rId2"/>
          <a:srcRect l="5" r="5"/>
          <a:stretch/>
        </p:blipFill>
        <p:spPr>
          <a:xfrm>
            <a:off x="-1" y="2184934"/>
            <a:ext cx="12192001" cy="4673066"/>
          </a:xfrm>
          <a:prstGeom prst="rect">
            <a:avLst/>
          </a:prstGeom>
        </p:spPr>
      </p:pic>
    </p:spTree>
    <p:extLst>
      <p:ext uri="{BB962C8B-B14F-4D97-AF65-F5344CB8AC3E}">
        <p14:creationId xmlns:p14="http://schemas.microsoft.com/office/powerpoint/2010/main" val="36886329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Video slid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Video</a:t>
            </a:r>
          </a:p>
        </p:txBody>
      </p:sp>
      <p:pic>
        <p:nvPicPr>
          <p:cNvPr id="6" name="Picture 5">
            <a:extLst>
              <a:ext uri="{FF2B5EF4-FFF2-40B4-BE49-F238E27FC236}">
                <a16:creationId xmlns:a16="http://schemas.microsoft.com/office/drawing/2014/main" id="{877D5DB2-26CE-4B45-A18C-B19C1FC596CC}"/>
              </a:ext>
            </a:extLst>
          </p:cNvPr>
          <p:cNvPicPr>
            <a:picLocks noChangeAspect="1"/>
          </p:cNvPicPr>
          <p:nvPr userDrawn="1"/>
        </p:nvPicPr>
        <p:blipFill>
          <a:blip r:embed="rId2"/>
          <a:srcRect l="5" r="5"/>
          <a:stretch/>
        </p:blipFill>
        <p:spPr>
          <a:xfrm>
            <a:off x="-1" y="2184934"/>
            <a:ext cx="12192001" cy="4673066"/>
          </a:xfrm>
          <a:prstGeom prst="rect">
            <a:avLst/>
          </a:prstGeom>
        </p:spPr>
      </p:pic>
    </p:spTree>
    <p:extLst>
      <p:ext uri="{BB962C8B-B14F-4D97-AF65-F5344CB8AC3E}">
        <p14:creationId xmlns:p14="http://schemas.microsoft.com/office/powerpoint/2010/main" val="24171252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1">
          <p15:clr>
            <a:srgbClr val="5ACBF0"/>
          </p15:clr>
        </p15:guide>
        <p15:guide id="3" orient="horz" pos="1914">
          <p15:clr>
            <a:srgbClr val="5ACBF0"/>
          </p15:clr>
        </p15:guide>
        <p15:guide id="4" orient="horz" pos="2505">
          <p15:clr>
            <a:srgbClr val="5ACBF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Section Title">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Section title</a:t>
            </a:r>
          </a:p>
        </p:txBody>
      </p:sp>
      <p:pic>
        <p:nvPicPr>
          <p:cNvPr id="5" name="Picture 4">
            <a:extLst>
              <a:ext uri="{FF2B5EF4-FFF2-40B4-BE49-F238E27FC236}">
                <a16:creationId xmlns:a16="http://schemas.microsoft.com/office/drawing/2014/main" id="{67A5DDA8-A241-470C-8570-679C7EAC6F26}"/>
              </a:ext>
            </a:extLst>
          </p:cNvPr>
          <p:cNvPicPr>
            <a:picLocks noChangeAspect="1"/>
          </p:cNvPicPr>
          <p:nvPr userDrawn="1"/>
        </p:nvPicPr>
        <p:blipFill>
          <a:blip r:embed="rId2"/>
          <a:srcRect l="5" r="5"/>
          <a:stretch/>
        </p:blipFill>
        <p:spPr>
          <a:xfrm>
            <a:off x="-1" y="2184934"/>
            <a:ext cx="12192001" cy="4673066"/>
          </a:xfrm>
          <a:prstGeom prst="rect">
            <a:avLst/>
          </a:prstGeom>
        </p:spPr>
      </p:pic>
    </p:spTree>
    <p:extLst>
      <p:ext uri="{BB962C8B-B14F-4D97-AF65-F5344CB8AC3E}">
        <p14:creationId xmlns:p14="http://schemas.microsoft.com/office/powerpoint/2010/main" val="271657401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Demo slide_2">
    <p:bg>
      <p:bgPr>
        <a:solidFill>
          <a:schemeClr val="tx2"/>
        </a:solidFill>
        <a:effectLst/>
      </p:bgPr>
    </p:bg>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507A9781-335A-4D50-9C58-D8971A7B2AE2}"/>
              </a:ext>
            </a:extLst>
          </p:cNvPr>
          <p:cNvSpPr>
            <a:spLocks noGrp="1"/>
          </p:cNvSpPr>
          <p:nvPr>
            <p:ph type="title" hasCustomPrompt="1"/>
          </p:nvPr>
        </p:nvSpPr>
        <p:spPr>
          <a:xfrm>
            <a:off x="585216" y="2533527"/>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rgbClr val="1A1A1A"/>
                </a:solidFill>
                <a:effectLst/>
                <a:latin typeface="+mj-lt"/>
                <a:ea typeface="+mn-ea"/>
                <a:cs typeface="Segoe UI" pitchFamily="34" charset="0"/>
              </a:defRPr>
            </a:lvl1pPr>
          </a:lstStyle>
          <a:p>
            <a:r>
              <a:rPr lang="en-US"/>
              <a:t>Demo title</a:t>
            </a:r>
          </a:p>
        </p:txBody>
      </p:sp>
      <p:sp>
        <p:nvSpPr>
          <p:cNvPr id="8" name="Text Placeholder 4">
            <a:extLst>
              <a:ext uri="{FF2B5EF4-FFF2-40B4-BE49-F238E27FC236}">
                <a16:creationId xmlns:a16="http://schemas.microsoft.com/office/drawing/2014/main" id="{F17C6D5B-3F62-494F-A40D-0D2FB4FFC7D8}"/>
              </a:ext>
            </a:extLst>
          </p:cNvPr>
          <p:cNvSpPr>
            <a:spLocks noGrp="1"/>
          </p:cNvSpPr>
          <p:nvPr>
            <p:ph type="body" sz="quarter" idx="12" hasCustomPrompt="1"/>
          </p:nvPr>
        </p:nvSpPr>
        <p:spPr>
          <a:xfrm>
            <a:off x="585216" y="3153502"/>
            <a:ext cx="9144000" cy="307777"/>
          </a:xfrm>
          <a:noFill/>
        </p:spPr>
        <p:txBody>
          <a:bodyPr lIns="0" tIns="0" rIns="0" bIns="0">
            <a:spAutoFit/>
          </a:bodyPr>
          <a:lstStyle>
            <a:lvl1pPr marL="0" indent="0">
              <a:spcBef>
                <a:spcPts val="0"/>
              </a:spcBef>
              <a:spcAft>
                <a:spcPts val="0"/>
              </a:spcAft>
              <a:buFont typeface="Arial" panose="020B0604020202020204" pitchFamily="34" charset="0"/>
              <a:buNone/>
              <a:defRPr sz="2000" spc="0" baseline="0">
                <a:solidFill>
                  <a:srgbClr val="1A1A1A"/>
                </a:solidFill>
                <a:latin typeface="+mn-lt"/>
              </a:defRPr>
            </a:lvl1pPr>
          </a:lstStyle>
          <a:p>
            <a:pPr lvl="0"/>
            <a:r>
              <a:rPr lang="en-US"/>
              <a:t>Speaker name</a:t>
            </a:r>
          </a:p>
        </p:txBody>
      </p:sp>
      <p:pic>
        <p:nvPicPr>
          <p:cNvPr id="6" name="Picture 5">
            <a:extLst>
              <a:ext uri="{FF2B5EF4-FFF2-40B4-BE49-F238E27FC236}">
                <a16:creationId xmlns:a16="http://schemas.microsoft.com/office/drawing/2014/main" id="{4BA15FF0-CAC2-4CEA-97C4-2776059C9702}"/>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3332905584"/>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5">
          <p15:clr>
            <a:srgbClr val="5ACBF0"/>
          </p15:clr>
        </p15:guide>
        <p15:guide id="3" orient="horz" pos="1910">
          <p15:clr>
            <a:srgbClr val="5ACBF0"/>
          </p15:clr>
        </p15:guide>
        <p15:guide id="4" orient="horz" pos="2505">
          <p15:clr>
            <a:srgbClr val="5ACBF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Video slide_2">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bg1"/>
                </a:solidFill>
                <a:effectLst/>
                <a:latin typeface="+mj-lt"/>
                <a:ea typeface="+mn-ea"/>
                <a:cs typeface="Segoe UI" pitchFamily="34" charset="0"/>
              </a:defRPr>
            </a:lvl1pPr>
          </a:lstStyle>
          <a:p>
            <a:r>
              <a:rPr lang="en-US"/>
              <a:t>Video</a:t>
            </a:r>
          </a:p>
        </p:txBody>
      </p:sp>
      <p:pic>
        <p:nvPicPr>
          <p:cNvPr id="4" name="Picture 3">
            <a:extLst>
              <a:ext uri="{FF2B5EF4-FFF2-40B4-BE49-F238E27FC236}">
                <a16:creationId xmlns:a16="http://schemas.microsoft.com/office/drawing/2014/main" id="{0770E11A-F8D5-46DE-9768-63FFE5D3BDB9}"/>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3599559635"/>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31">
          <p15:clr>
            <a:srgbClr val="5ACBF0"/>
          </p15:clr>
        </p15:guide>
        <p15:guide id="3" orient="horz" pos="1914">
          <p15:clr>
            <a:srgbClr val="5ACBF0"/>
          </p15:clr>
        </p15:guide>
        <p15:guide id="4" orient="horz" pos="2505">
          <p15:clr>
            <a:srgbClr val="5ACBF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Section Title_2">
    <p:bg>
      <p:bgPr>
        <a:solidFill>
          <a:schemeClr val="tx2"/>
        </a:solidFill>
        <a:effectLst/>
      </p:bgPr>
    </p:bg>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solidFill>
                  <a:schemeClr val="bg1"/>
                </a:solidFill>
                <a:effectLst/>
                <a:latin typeface="+mj-lt"/>
                <a:ea typeface="+mn-ea"/>
                <a:cs typeface="Segoe UI" pitchFamily="34" charset="0"/>
              </a:defRPr>
            </a:lvl1pPr>
          </a:lstStyle>
          <a:p>
            <a:r>
              <a:rPr lang="en-US"/>
              <a:t>Section title</a:t>
            </a:r>
          </a:p>
        </p:txBody>
      </p:sp>
      <p:pic>
        <p:nvPicPr>
          <p:cNvPr id="5" name="Picture 4">
            <a:extLst>
              <a:ext uri="{FF2B5EF4-FFF2-40B4-BE49-F238E27FC236}">
                <a16:creationId xmlns:a16="http://schemas.microsoft.com/office/drawing/2014/main" id="{1B9F52BA-3A32-48A9-ACBB-89D738320FF7}"/>
              </a:ext>
            </a:extLst>
          </p:cNvPr>
          <p:cNvPicPr>
            <a:picLocks noChangeAspect="1"/>
          </p:cNvPicPr>
          <p:nvPr userDrawn="1"/>
        </p:nvPicPr>
        <p:blipFill>
          <a:blip r:embed="rId2"/>
          <a:srcRect l="16" r="16"/>
          <a:stretch/>
        </p:blipFill>
        <p:spPr>
          <a:xfrm>
            <a:off x="0" y="2083350"/>
            <a:ext cx="12192000" cy="4774650"/>
          </a:xfrm>
          <a:prstGeom prst="rect">
            <a:avLst/>
          </a:prstGeom>
        </p:spPr>
      </p:pic>
    </p:spTree>
    <p:extLst>
      <p:ext uri="{BB962C8B-B14F-4D97-AF65-F5344CB8AC3E}">
        <p14:creationId xmlns:p14="http://schemas.microsoft.com/office/powerpoint/2010/main" val="1190995576"/>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extLst>
    <p:ext uri="{DCECCB84-F9BA-43D5-87BE-67443E8EF086}">
      <p15:sldGuideLst xmlns:p15="http://schemas.microsoft.com/office/powerpoint/2012/main">
        <p15:guide id="1" orient="horz" pos="2160">
          <p15:clr>
            <a:srgbClr val="FBAE40"/>
          </p15:clr>
        </p15:guide>
        <p15:guide id="2" pos="6127">
          <p15:clr>
            <a:srgbClr val="5ACBF0"/>
          </p15:clr>
        </p15:guide>
        <p15:guide id="3" orient="horz" pos="1911">
          <p15:clr>
            <a:srgbClr val="5ACBF0"/>
          </p15:clr>
        </p15:guide>
        <p15:guide id="4" orient="horz" pos="2505">
          <p15:clr>
            <a:srgbClr val="5ACBF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Blank">
    <p:bg>
      <p:bgPr>
        <a:solidFill>
          <a:schemeClr val="bg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72093403"/>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4">
          <p15:clr>
            <a:srgbClr val="5ACBF0"/>
          </p15:clr>
        </p15:guide>
        <p15:guide id="3" orient="horz" pos="288">
          <p15:clr>
            <a:srgbClr val="5ACBF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Blank 2">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090680103"/>
      </p:ext>
    </p:extLst>
  </p:cSld>
  <p:clrMapOvr>
    <a:overrideClrMapping bg1="lt1" tx1="dk1" bg2="lt2" tx2="dk2" accent1="accent1" accent2="accent2" accent3="accent3" accent4="accent4" accent5="accent5" accent6="accent6" hlink="hlink" folHlink="folHlink"/>
  </p:clrMapOvr>
  <p:transition>
    <p:fade/>
  </p:transition>
  <p:extLst>
    <p:ext uri="{DCECCB84-F9BA-43D5-87BE-67443E8EF086}">
      <p15:sldGuideLst xmlns:p15="http://schemas.microsoft.com/office/powerpoint/2012/main">
        <p15:guide id="1" orient="horz" pos="904">
          <p15:clr>
            <a:srgbClr val="5ACBF0"/>
          </p15:clr>
        </p15:guide>
        <p15:guide id="2" orient="horz" pos="1272">
          <p15:clr>
            <a:srgbClr val="5ACBF0"/>
          </p15:clr>
        </p15:guide>
        <p15:guide id="3" orient="horz" pos="288">
          <p15:clr>
            <a:srgbClr val="5ACBF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Developer Code Layout">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D0DF2A6-26A8-4810-95DF-F65F123C6660}"/>
              </a:ext>
            </a:extLst>
          </p:cNvPr>
          <p:cNvSpPr>
            <a:spLocks noGrp="1"/>
          </p:cNvSpPr>
          <p:nvPr>
            <p:ph type="title" hasCustomPrompt="1"/>
          </p:nvPr>
        </p:nvSpPr>
        <p:spPr/>
        <p:txBody>
          <a:bodyPr/>
          <a:lstStyle>
            <a:lvl1pPr>
              <a:defRPr/>
            </a:lvl1pPr>
          </a:lstStyle>
          <a:p>
            <a:r>
              <a:rPr lang="en-US"/>
              <a:t>Software code slide</a:t>
            </a:r>
          </a:p>
        </p:txBody>
      </p:sp>
      <p:sp>
        <p:nvSpPr>
          <p:cNvPr id="5" name="Text Placeholder 4">
            <a:extLst>
              <a:ext uri="{FF2B5EF4-FFF2-40B4-BE49-F238E27FC236}">
                <a16:creationId xmlns:a16="http://schemas.microsoft.com/office/drawing/2014/main" id="{BA9F61CF-FF79-485A-A6C8-A1952EFD58AE}"/>
              </a:ext>
            </a:extLst>
          </p:cNvPr>
          <p:cNvSpPr>
            <a:spLocks noGrp="1"/>
          </p:cNvSpPr>
          <p:nvPr>
            <p:ph type="body" sz="quarter" idx="10"/>
          </p:nvPr>
        </p:nvSpPr>
        <p:spPr>
          <a:xfrm>
            <a:off x="588263" y="1436688"/>
            <a:ext cx="11018520" cy="1908215"/>
          </a:xfrm>
        </p:spPr>
        <p:txBody>
          <a:bodyPr/>
          <a:lstStyle>
            <a:lvl1pPr marL="0" indent="0">
              <a:buNone/>
              <a:defRPr sz="2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1pPr>
            <a:lvl2pPr marL="346553" indent="0">
              <a:buNone/>
              <a:defRPr sz="24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2pPr>
            <a:lvl3pPr marL="584607" indent="0">
              <a:buNone/>
              <a:defRPr sz="20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3pPr>
            <a:lvl4pPr marL="814563" indent="0">
              <a:buNone/>
              <a:defRPr sz="1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4pPr>
            <a:lvl5pPr marL="1050997" indent="0">
              <a:buNone/>
              <a:defRPr sz="1800">
                <a:gradFill>
                  <a:gsLst>
                    <a:gs pos="61049">
                      <a:schemeClr val="tx1"/>
                    </a:gs>
                    <a:gs pos="43000">
                      <a:schemeClr val="tx1"/>
                    </a:gs>
                  </a:gsLst>
                  <a:lin ang="5400000" scaled="0"/>
                </a:gradFill>
                <a:latin typeface="Consolas" panose="020B0609020204030204" pitchFamily="49" charset="0"/>
                <a:cs typeface="Consolas" panose="020B0609020204030204" pitchFamily="49" charset="0"/>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212562624"/>
      </p:ext>
    </p:extLst>
  </p:cSld>
  <p:clrMapOvr>
    <a:masterClrMapping/>
  </p:clrMapOvr>
  <p:transition>
    <p:fade/>
  </p:transition>
  <p:extLst>
    <p:ext uri="{DCECCB84-F9BA-43D5-87BE-67443E8EF086}">
      <p15:sldGuideLst xmlns:p15="http://schemas.microsoft.com/office/powerpoint/2012/main">
        <p15:guide id="1" orient="horz" pos="1272">
          <p15:clr>
            <a:srgbClr val="5ACBF0"/>
          </p15:clr>
        </p15:guide>
        <p15:guide id="2" orient="horz" pos="905">
          <p15:clr>
            <a:srgbClr val="5ACBF0"/>
          </p15:clr>
        </p15:guide>
        <p15:guide id="3" orient="horz" pos="288">
          <p15:clr>
            <a:srgbClr val="5ACBF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Black Notes slide Layout">
    <p:bg bwMode="black">
      <p:bgPr>
        <a:solidFill>
          <a:srgbClr val="000000"/>
        </a:solidFill>
        <a:effectLst/>
      </p:bgPr>
    </p:bg>
    <p:spTree>
      <p:nvGrpSpPr>
        <p:cNvPr id="1" name=""/>
        <p:cNvGrpSpPr/>
        <p:nvPr/>
      </p:nvGrpSpPr>
      <p:grpSpPr>
        <a:xfrm>
          <a:off x="0" y="0"/>
          <a:ext cx="0" cy="0"/>
          <a:chOff x="0" y="0"/>
          <a:chExt cx="0" cy="0"/>
        </a:xfrm>
      </p:grpSpPr>
      <p:sp>
        <p:nvSpPr>
          <p:cNvPr id="3" name="Title 2"/>
          <p:cNvSpPr>
            <a:spLocks noGrp="1"/>
          </p:cNvSpPr>
          <p:nvPr>
            <p:ph type="title"/>
          </p:nvPr>
        </p:nvSpPr>
        <p:spPr bwMode="white"/>
        <p:txBody>
          <a:bodyPr/>
          <a:lstStyle>
            <a:lvl1pPr>
              <a:defRPr b="0">
                <a:gradFill>
                  <a:gsLst>
                    <a:gs pos="1250">
                      <a:schemeClr val="tx1"/>
                    </a:gs>
                    <a:gs pos="100000">
                      <a:schemeClr val="tx1"/>
                    </a:gs>
                  </a:gsLst>
                  <a:lin ang="5400000" scaled="0"/>
                </a:gradFill>
                <a:latin typeface="Segoe UI" pitchFamily="34" charset="0"/>
                <a:ea typeface="Segoe UI" pitchFamily="34" charset="0"/>
                <a:cs typeface="Segoe UI" pitchFamily="34" charset="0"/>
              </a:defRPr>
            </a:lvl1pPr>
          </a:lstStyle>
          <a:p>
            <a:r>
              <a:rPr lang="en-US"/>
              <a:t>Click to edit Master title style</a:t>
            </a:r>
          </a:p>
        </p:txBody>
      </p:sp>
      <p:sp>
        <p:nvSpPr>
          <p:cNvPr id="5" name="Text Placeholder 4">
            <a:extLst>
              <a:ext uri="{FF2B5EF4-FFF2-40B4-BE49-F238E27FC236}">
                <a16:creationId xmlns:a16="http://schemas.microsoft.com/office/drawing/2014/main" id="{F4B6606D-2DF9-48CD-BBE9-B751BF55CD2B}"/>
              </a:ext>
            </a:extLst>
          </p:cNvPr>
          <p:cNvSpPr>
            <a:spLocks noGrp="1"/>
          </p:cNvSpPr>
          <p:nvPr>
            <p:ph type="body" sz="quarter" idx="12"/>
          </p:nvPr>
        </p:nvSpPr>
        <p:spPr bwMode="white">
          <a:xfrm>
            <a:off x="584200" y="1436688"/>
            <a:ext cx="11018838" cy="2215991"/>
          </a:xfrm>
        </p:spPr>
        <p:txBody>
          <a:bodyPr>
            <a:spAutoFit/>
          </a:bodyPr>
          <a:lstStyle>
            <a:lvl1pPr>
              <a:defRPr sz="3600">
                <a:latin typeface="+mn-lt"/>
              </a:defRPr>
            </a:lvl1pPr>
            <a:lvl2pPr>
              <a:defRPr sz="2800">
                <a:latin typeface="+mn-lt"/>
              </a:defRPr>
            </a:lvl2pPr>
            <a:lvl3pPr>
              <a:defRPr sz="2400">
                <a:latin typeface="+mn-lt"/>
              </a:defRPr>
            </a:lvl3pPr>
            <a:lvl4pPr>
              <a:defRPr sz="2000">
                <a:latin typeface="+mn-lt"/>
              </a:defRPr>
            </a:lvl4pPr>
            <a:lvl5pPr>
              <a:defRPr sz="1800">
                <a:latin typeface="+mn-lt"/>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Next slide"/>
          <p:cNvSpPr>
            <a:spLocks noGrp="1"/>
          </p:cNvSpPr>
          <p:nvPr>
            <p:ph type="body" sz="quarter" idx="11" hasCustomPrompt="1"/>
          </p:nvPr>
        </p:nvSpPr>
        <p:spPr>
          <a:xfrm>
            <a:off x="1" y="6269038"/>
            <a:ext cx="12192001" cy="588963"/>
          </a:xfrm>
          <a:prstGeom prst="rect">
            <a:avLst/>
          </a:prstGeom>
          <a:solidFill>
            <a:srgbClr val="FFFF99"/>
          </a:solidFill>
        </p:spPr>
        <p:txBody>
          <a:bodyPr wrap="square" lIns="155457" tIns="77729" rIns="155457" bIns="45720" anchor="b" anchorCtr="0">
            <a:noAutofit/>
          </a:bodyPr>
          <a:lstStyle>
            <a:lvl1pPr algn="r">
              <a:buFont typeface="Arial" pitchFamily="34" charset="0"/>
              <a:buNone/>
              <a:defRPr sz="3700" spc="-51" baseline="0">
                <a:gradFill>
                  <a:gsLst>
                    <a:gs pos="0">
                      <a:srgbClr val="000000"/>
                    </a:gs>
                    <a:gs pos="100000">
                      <a:srgbClr val="000000"/>
                    </a:gs>
                  </a:gsLst>
                  <a:lin ang="5400000" scaled="0"/>
                </a:gradFill>
                <a:effectLst/>
                <a:latin typeface="Segoe UI" pitchFamily="34" charset="0"/>
                <a:ea typeface="Segoe UI" pitchFamily="34" charset="0"/>
                <a:cs typeface="Segoe UI" pitchFamily="34" charset="0"/>
              </a:defRPr>
            </a:lvl1pPr>
          </a:lstStyle>
          <a:p>
            <a:pPr lvl="0"/>
            <a:r>
              <a:rPr lang="en-US"/>
              <a:t>Next:</a:t>
            </a:r>
          </a:p>
        </p:txBody>
      </p:sp>
    </p:spTree>
    <p:extLst>
      <p:ext uri="{BB962C8B-B14F-4D97-AF65-F5344CB8AC3E}">
        <p14:creationId xmlns:p14="http://schemas.microsoft.com/office/powerpoint/2010/main" val="3833038121"/>
      </p:ext>
    </p:extLst>
  </p:cSld>
  <p:clrMapOvr>
    <a:masterClrMapping/>
  </p:clrMapOvr>
  <p:transition>
    <p:fade/>
  </p:transition>
  <p:extLst>
    <p:ext uri="{DCECCB84-F9BA-43D5-87BE-67443E8EF086}">
      <p15:sldGuideLst xmlns:p15="http://schemas.microsoft.com/office/powerpoint/2012/main">
        <p15:guide id="1" orient="horz" pos="904">
          <p15:clr>
            <a:srgbClr val="5ACBF0"/>
          </p15:clr>
        </p15:guide>
        <p15:guide id="2" orient="horz" pos="288">
          <p15:clr>
            <a:srgbClr val="5ACBF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Closing logo slide">
    <p:bg>
      <p:bgPr>
        <a:solidFill>
          <a:schemeClr val="bg1"/>
        </a:solidFill>
        <a:effectLst/>
      </p:bgPr>
    </p:bg>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9CD82180-99F3-4415-BE28-BC19A4BB2625}"/>
              </a:ext>
            </a:extLst>
          </p:cNvPr>
          <p:cNvSpPr>
            <a:spLocks noGrp="1"/>
          </p:cNvSpPr>
          <p:nvPr>
            <p:ph type="title" hasCustomPrompt="1"/>
          </p:nvPr>
        </p:nvSpPr>
        <p:spPr>
          <a:xfrm>
            <a:off x="585216" y="3035808"/>
            <a:ext cx="9144000" cy="498598"/>
          </a:xfrm>
          <a:noFill/>
        </p:spPr>
        <p:txBody>
          <a:bodyPr lIns="0" tIns="0" rIns="0" bIns="0" anchor="b" anchorCtr="0">
            <a:spAutoFit/>
          </a:bodyPr>
          <a:lstStyle>
            <a:lvl1pPr algn="l" defTabSz="932742" rtl="0" eaLnBrk="1" latinLnBrk="0" hangingPunct="1">
              <a:lnSpc>
                <a:spcPct val="90000"/>
              </a:lnSpc>
              <a:spcBef>
                <a:spcPct val="0"/>
              </a:spcBef>
              <a:buNone/>
              <a:defRPr lang="en-US" sz="3600" b="0" kern="1200" cap="none" spc="-50" baseline="0" dirty="0">
                <a:ln w="3175">
                  <a:noFill/>
                </a:ln>
                <a:gradFill>
                  <a:gsLst>
                    <a:gs pos="62564">
                      <a:schemeClr val="tx1"/>
                    </a:gs>
                    <a:gs pos="55000">
                      <a:schemeClr val="tx1"/>
                    </a:gs>
                  </a:gsLst>
                  <a:lin ang="5400000" scaled="0"/>
                </a:gradFill>
                <a:effectLst/>
                <a:latin typeface="+mj-lt"/>
                <a:ea typeface="+mn-ea"/>
                <a:cs typeface="Segoe UI" pitchFamily="34" charset="0"/>
              </a:defRPr>
            </a:lvl1pPr>
          </a:lstStyle>
          <a:p>
            <a:r>
              <a:rPr lang="en-US"/>
              <a:t>Click to add copy</a:t>
            </a:r>
          </a:p>
        </p:txBody>
      </p:sp>
      <p:pic>
        <p:nvPicPr>
          <p:cNvPr id="5" name="Picture 4">
            <a:extLst>
              <a:ext uri="{FF2B5EF4-FFF2-40B4-BE49-F238E27FC236}">
                <a16:creationId xmlns:a16="http://schemas.microsoft.com/office/drawing/2014/main" id="{1E6BB193-C413-474A-B507-F1AFD01D9B83}"/>
              </a:ext>
            </a:extLst>
          </p:cNvPr>
          <p:cNvPicPr>
            <a:picLocks noChangeAspect="1"/>
          </p:cNvPicPr>
          <p:nvPr userDrawn="1"/>
        </p:nvPicPr>
        <p:blipFill>
          <a:blip r:embed="rId2"/>
          <a:srcRect l="10" r="10"/>
          <a:stretch/>
        </p:blipFill>
        <p:spPr>
          <a:xfrm>
            <a:off x="0" y="727289"/>
            <a:ext cx="12192000" cy="6130711"/>
          </a:xfrm>
          <a:prstGeom prst="rect">
            <a:avLst/>
          </a:prstGeom>
        </p:spPr>
      </p:pic>
    </p:spTree>
    <p:extLst>
      <p:ext uri="{BB962C8B-B14F-4D97-AF65-F5344CB8AC3E}">
        <p14:creationId xmlns:p14="http://schemas.microsoft.com/office/powerpoint/2010/main" val="2610300948"/>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2_Closing logo slide">
    <p:bg>
      <p:bgPr>
        <a:solidFill>
          <a:schemeClr val="bg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330E47B-22FD-4E91-BA8B-26D94063CD57}"/>
              </a:ext>
            </a:extLst>
          </p:cNvPr>
          <p:cNvPicPr>
            <a:picLocks noChangeAspect="1"/>
          </p:cNvPicPr>
          <p:nvPr userDrawn="1"/>
        </p:nvPicPr>
        <p:blipFill>
          <a:blip r:embed="rId2"/>
          <a:srcRect l="10" r="10"/>
          <a:stretch/>
        </p:blipFill>
        <p:spPr>
          <a:xfrm>
            <a:off x="0" y="727289"/>
            <a:ext cx="12192000" cy="6130711"/>
          </a:xfrm>
          <a:prstGeom prst="rect">
            <a:avLst/>
          </a:prstGeom>
        </p:spPr>
      </p:pic>
      <p:pic>
        <p:nvPicPr>
          <p:cNvPr id="6" name="Picture 5">
            <a:extLst>
              <a:ext uri="{FF2B5EF4-FFF2-40B4-BE49-F238E27FC236}">
                <a16:creationId xmlns:a16="http://schemas.microsoft.com/office/drawing/2014/main" id="{7BF58369-3B4B-410C-9C20-C22E41CBE54D}"/>
              </a:ext>
            </a:extLst>
          </p:cNvPr>
          <p:cNvPicPr>
            <a:picLocks noChangeAspect="1"/>
          </p:cNvPicPr>
          <p:nvPr userDrawn="1"/>
        </p:nvPicPr>
        <p:blipFill>
          <a:blip r:embed="rId3"/>
          <a:srcRect/>
          <a:stretch/>
        </p:blipFill>
        <p:spPr>
          <a:xfrm>
            <a:off x="590104" y="595948"/>
            <a:ext cx="2127497" cy="402335"/>
          </a:xfrm>
          <a:prstGeom prst="rect">
            <a:avLst/>
          </a:prstGeom>
        </p:spPr>
      </p:pic>
    </p:spTree>
    <p:extLst>
      <p:ext uri="{BB962C8B-B14F-4D97-AF65-F5344CB8AC3E}">
        <p14:creationId xmlns:p14="http://schemas.microsoft.com/office/powerpoint/2010/main" val="2643619736"/>
      </p:ext>
    </p:extLst>
  </p:cSld>
  <p:clrMapOvr>
    <a:overrideClrMapping bg1="dk1" tx1="lt1" bg2="dk2" tx2="lt2" accent1="accent1" accent2="accent2" accent3="accent3" accent4="accent4" accent5="accent5" accent6="accent6" hlink="hlink" folHlink="folHlink"/>
  </p:clrMapOvr>
  <p:transition>
    <p:fade/>
  </p:transition>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3_Closing logo slide">
    <p:bg>
      <p:bgPr>
        <a:solidFill>
          <a:schemeClr val="bg2"/>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337691AB-BE94-4B7B-8AA2-FA6630F3886A}"/>
              </a:ext>
            </a:extLst>
          </p:cNvPr>
          <p:cNvPicPr>
            <a:picLocks noChangeAspect="1"/>
          </p:cNvPicPr>
          <p:nvPr userDrawn="1"/>
        </p:nvPicPr>
        <p:blipFill>
          <a:blip r:embed="rId2"/>
          <a:srcRect l="10" r="10"/>
          <a:stretch/>
        </p:blipFill>
        <p:spPr>
          <a:xfrm>
            <a:off x="0" y="727289"/>
            <a:ext cx="12192000" cy="6130711"/>
          </a:xfrm>
          <a:prstGeom prst="rect">
            <a:avLst/>
          </a:prstGeom>
        </p:spPr>
      </p:pic>
      <p:pic>
        <p:nvPicPr>
          <p:cNvPr id="6" name="Picture 5">
            <a:extLst>
              <a:ext uri="{FF2B5EF4-FFF2-40B4-BE49-F238E27FC236}">
                <a16:creationId xmlns:a16="http://schemas.microsoft.com/office/drawing/2014/main" id="{D74B51E3-0317-46DE-8BB0-E934990B46F7}"/>
              </a:ext>
            </a:extLst>
          </p:cNvPr>
          <p:cNvPicPr>
            <a:picLocks noChangeAspect="1"/>
          </p:cNvPicPr>
          <p:nvPr userDrawn="1"/>
        </p:nvPicPr>
        <p:blipFill>
          <a:blip r:embed="rId3"/>
          <a:srcRect/>
          <a:stretch/>
        </p:blipFill>
        <p:spPr>
          <a:xfrm>
            <a:off x="590104" y="595948"/>
            <a:ext cx="2127497" cy="402335"/>
          </a:xfrm>
          <a:prstGeom prst="rect">
            <a:avLst/>
          </a:prstGeom>
        </p:spPr>
      </p:pic>
    </p:spTree>
    <p:extLst>
      <p:ext uri="{BB962C8B-B14F-4D97-AF65-F5344CB8AC3E}">
        <p14:creationId xmlns:p14="http://schemas.microsoft.com/office/powerpoint/2010/main" val="3182134367"/>
      </p:ext>
    </p:extLst>
  </p:cSld>
  <p:clrMapOvr>
    <a:overrideClrMapping bg1="dk1" tx1="lt1" bg2="dk2" tx2="lt2" accent1="accent1" accent2="accent2" accent3="accent3" accent4="accent4" accent5="accent5" accent6="accent6" hlink="hlink" folHlink="folHlink"/>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theme" Target="../theme/theme1.xml"/><Relationship Id="rId34"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slideLayout" Target="../slideLayouts/slideLayout34.xml"/><Relationship Id="rId3" Type="http://schemas.openxmlformats.org/officeDocument/2006/relationships/slideLayout" Target="../slideLayouts/slideLayout35.xml"/><Relationship Id="rId4" Type="http://schemas.openxmlformats.org/officeDocument/2006/relationships/slideLayout" Target="../slideLayouts/slideLayout36.xml"/><Relationship Id="rId5" Type="http://schemas.openxmlformats.org/officeDocument/2006/relationships/slideLayout" Target="../slideLayouts/slideLayout37.xml"/><Relationship Id="rId6" Type="http://schemas.openxmlformats.org/officeDocument/2006/relationships/slideLayout" Target="../slideLayouts/slideLayout38.xml"/><Relationship Id="rId7" Type="http://schemas.openxmlformats.org/officeDocument/2006/relationships/slideLayout" Target="../slideLayouts/slideLayout39.xml"/><Relationship Id="rId8" Type="http://schemas.openxmlformats.org/officeDocument/2006/relationships/slideLayout" Target="../slideLayouts/slideLayout40.xml"/><Relationship Id="rId9" Type="http://schemas.openxmlformats.org/officeDocument/2006/relationships/slideLayout" Target="../slideLayouts/slideLayout41.xml"/><Relationship Id="rId10" Type="http://schemas.openxmlformats.org/officeDocument/2006/relationships/slideLayout" Target="../slideLayouts/slideLayout42.xml"/><Relationship Id="rId11" Type="http://schemas.openxmlformats.org/officeDocument/2006/relationships/slideLayout" Target="../slideLayouts/slideLayout43.xml"/><Relationship Id="rId12" Type="http://schemas.openxmlformats.org/officeDocument/2006/relationships/slideLayout" Target="../slideLayouts/slideLayout44.xml"/><Relationship Id="rId13" Type="http://schemas.openxmlformats.org/officeDocument/2006/relationships/slideLayout" Target="../slideLayouts/slideLayout45.xml"/><Relationship Id="rId14" Type="http://schemas.openxmlformats.org/officeDocument/2006/relationships/slideLayout" Target="../slideLayouts/slideLayout46.xml"/><Relationship Id="rId15" Type="http://schemas.openxmlformats.org/officeDocument/2006/relationships/slideLayout" Target="../slideLayouts/slideLayout47.xml"/><Relationship Id="rId16" Type="http://schemas.openxmlformats.org/officeDocument/2006/relationships/slideLayout" Target="../slideLayouts/slideLayout48.xml"/><Relationship Id="rId17" Type="http://schemas.openxmlformats.org/officeDocument/2006/relationships/slideLayout" Target="../slideLayouts/slideLayout49.xml"/><Relationship Id="rId18" Type="http://schemas.openxmlformats.org/officeDocument/2006/relationships/slideLayout" Target="../slideLayouts/slideLayout50.xml"/><Relationship Id="rId19" Type="http://schemas.openxmlformats.org/officeDocument/2006/relationships/slideLayout" Target="../slideLayouts/slideLayout51.xml"/><Relationship Id="rId20" Type="http://schemas.openxmlformats.org/officeDocument/2006/relationships/slideLayout" Target="../slideLayouts/slideLayout52.xml"/><Relationship Id="rId21" Type="http://schemas.openxmlformats.org/officeDocument/2006/relationships/slideLayout" Target="../slideLayouts/slideLayout53.xml"/><Relationship Id="rId22" Type="http://schemas.openxmlformats.org/officeDocument/2006/relationships/slideLayout" Target="../slideLayouts/slideLayout54.xml"/><Relationship Id="rId23" Type="http://schemas.openxmlformats.org/officeDocument/2006/relationships/slideLayout" Target="../slideLayouts/slideLayout55.xml"/><Relationship Id="rId24" Type="http://schemas.openxmlformats.org/officeDocument/2006/relationships/slideLayout" Target="../slideLayouts/slideLayout56.xml"/><Relationship Id="rId25" Type="http://schemas.openxmlformats.org/officeDocument/2006/relationships/slideLayout" Target="../slideLayouts/slideLayout57.xml"/><Relationship Id="rId26" Type="http://schemas.openxmlformats.org/officeDocument/2006/relationships/slideLayout" Target="../slideLayouts/slideLayout58.xml"/><Relationship Id="rId27" Type="http://schemas.openxmlformats.org/officeDocument/2006/relationships/slideLayout" Target="../slideLayouts/slideLayout59.xml"/><Relationship Id="rId28" Type="http://schemas.openxmlformats.org/officeDocument/2006/relationships/slideLayout" Target="../slideLayouts/slideLayout60.xml"/><Relationship Id="rId29" Type="http://schemas.openxmlformats.org/officeDocument/2006/relationships/slideLayout" Target="../slideLayouts/slideLayout61.xml"/><Relationship Id="rId30" Type="http://schemas.openxmlformats.org/officeDocument/2006/relationships/slideLayout" Target="../slideLayouts/slideLayout62.xml"/><Relationship Id="rId31" Type="http://schemas.openxmlformats.org/officeDocument/2006/relationships/theme" Target="../theme/theme2.xml"/><Relationship Id="rId32" Type="http://schemas.openxmlformats.org/officeDocument/2006/relationships/image" Target="../media/image1.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EC85B358-AF2D-491C-A3BA-0465D8177799}"/>
              </a:ext>
              <a:ext uri="{C183D7F6-B498-43B3-948B-1728B52AA6E4}">
                <adec:decorative xmlns:adec="http://schemas.microsoft.com/office/drawing/2017/decorative" val="0"/>
              </a:ext>
            </a:extLst>
          </p:cNvPr>
          <p:cNvPicPr>
            <a:picLocks noChangeAspect="1"/>
          </p:cNvPicPr>
          <p:nvPr userDrawn="1"/>
        </p:nvPicPr>
        <p:blipFill rotWithShape="1">
          <a:blip r:embed="rId34"/>
          <a:srcRect l="762"/>
          <a:stretch/>
        </p:blipFill>
        <p:spPr>
          <a:xfrm rot="5400000">
            <a:off x="9455831" y="2843773"/>
            <a:ext cx="6858000" cy="1170455"/>
          </a:xfrm>
          <a:prstGeom prst="rect">
            <a:avLst/>
          </a:prstGeom>
        </p:spPr>
      </p:pic>
    </p:spTree>
    <p:extLst>
      <p:ext uri="{BB962C8B-B14F-4D97-AF65-F5344CB8AC3E}">
        <p14:creationId xmlns:p14="http://schemas.microsoft.com/office/powerpoint/2010/main" val="3588427678"/>
      </p:ext>
    </p:extLst>
  </p:cSld>
  <p:clrMap bg1="lt1" tx1="dk1" bg2="lt2" tx2="dk2" accent1="accent1" accent2="accent2" accent3="accent3" accent4="accent4" accent5="accent5" accent6="accent6" hlink="hlink" folHlink="folHlink"/>
  <p:sldLayoutIdLst>
    <p:sldLayoutId id="2147484779" r:id="rId1"/>
    <p:sldLayoutId id="2147484766" r:id="rId2"/>
    <p:sldLayoutId id="2147484786" r:id="rId3"/>
    <p:sldLayoutId id="2147484781" r:id="rId4"/>
    <p:sldLayoutId id="2147484782" r:id="rId5"/>
    <p:sldLayoutId id="2147484762" r:id="rId6"/>
    <p:sldLayoutId id="2147484240" r:id="rId7"/>
    <p:sldLayoutId id="2147484793" r:id="rId8"/>
    <p:sldLayoutId id="2147484788" r:id="rId9"/>
    <p:sldLayoutId id="2147484241" r:id="rId10"/>
    <p:sldLayoutId id="2147484789" r:id="rId11"/>
    <p:sldLayoutId id="2147484474" r:id="rId12"/>
    <p:sldLayoutId id="2147484245" r:id="rId13"/>
    <p:sldLayoutId id="2147484247" r:id="rId14"/>
    <p:sldLayoutId id="2147484639" r:id="rId15"/>
    <p:sldLayoutId id="2147484603" r:id="rId16"/>
    <p:sldLayoutId id="2147484700" r:id="rId17"/>
    <p:sldLayoutId id="2147484701" r:id="rId18"/>
    <p:sldLayoutId id="2147484702" r:id="rId19"/>
    <p:sldLayoutId id="2147484640" r:id="rId20"/>
    <p:sldLayoutId id="2147484641" r:id="rId21"/>
    <p:sldLayoutId id="2147484583" r:id="rId22"/>
    <p:sldLayoutId id="2147484249" r:id="rId23"/>
    <p:sldLayoutId id="2147484582" r:id="rId24"/>
    <p:sldLayoutId id="2147484584" r:id="rId25"/>
    <p:sldLayoutId id="2147484256" r:id="rId26"/>
    <p:sldLayoutId id="2147484257" r:id="rId27"/>
    <p:sldLayoutId id="2147484585" r:id="rId28"/>
    <p:sldLayoutId id="2147484760" r:id="rId29"/>
    <p:sldLayoutId id="2147484783" r:id="rId30"/>
    <p:sldLayoutId id="2147484761" r:id="rId31"/>
    <p:sldLayoutId id="2147484263" r:id="rId32"/>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Segoe UI Semilight" panose="020B0402040204020203" pitchFamily="34" charset="0"/>
          <a:ea typeface="+mn-ea"/>
          <a:cs typeface="Segoe UI Semilight" panose="020B04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gradFill>
            <a:gsLst>
              <a:gs pos="1250">
                <a:schemeClr val="tx1"/>
              </a:gs>
              <a:gs pos="100000">
                <a:schemeClr val="tx1"/>
              </a:gs>
            </a:gsLst>
            <a:lin ang="5400000" scaled="0"/>
          </a:gra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gradFill>
            <a:gsLst>
              <a:gs pos="1250">
                <a:schemeClr val="tx1"/>
              </a:gs>
              <a:gs pos="100000">
                <a:schemeClr val="tx1"/>
              </a:gs>
            </a:gsLst>
            <a:lin ang="5400000" scaled="0"/>
          </a:gra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userDrawn="1">
          <p15:clr>
            <a:srgbClr val="C35EA4"/>
          </p15:clr>
        </p15:guide>
        <p15:guide id="17" pos="7313" userDrawn="1">
          <p15:clr>
            <a:srgbClr val="C35EA4"/>
          </p15:clr>
        </p15:guide>
        <p15:guide id="25" orient="horz" pos="369" userDrawn="1">
          <p15:clr>
            <a:srgbClr val="C35EA4"/>
          </p15:clr>
        </p15:guide>
        <p15:guide id="26" orient="horz" pos="3949" userDrawn="1">
          <p15:clr>
            <a:srgbClr val="C35EA4"/>
          </p15:clr>
        </p15:guide>
        <p15:guide id="27" orient="horz" pos="184" userDrawn="1">
          <p15:clr>
            <a:srgbClr val="A4A3A4"/>
          </p15:clr>
        </p15:guide>
        <p15:guide id="28" pos="185" userDrawn="1">
          <p15:clr>
            <a:srgbClr val="A4A3A4"/>
          </p15:clr>
        </p15:guide>
        <p15:guide id="29" orient="horz" pos="4135" userDrawn="1">
          <p15:clr>
            <a:srgbClr val="A4A3A4"/>
          </p15:clr>
        </p15:guide>
        <p15:guide id="30" pos="7495" userDrawn="1">
          <p15:clr>
            <a:srgbClr val="A4A3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userDrawn="1">
            <p:ph type="title"/>
          </p:nvPr>
        </p:nvSpPr>
        <p:spPr>
          <a:xfrm>
            <a:off x="588263" y="457200"/>
            <a:ext cx="11018520" cy="553998"/>
          </a:xfrm>
          <a:prstGeom prst="rect">
            <a:avLst/>
          </a:prstGeom>
        </p:spPr>
        <p:txBody>
          <a:bodyPr vert="horz" wrap="square" lIns="0" tIns="0" rIns="0" bIns="0" rtlCol="0" anchor="t">
            <a:spAutoFit/>
          </a:bodyPr>
          <a:lstStyle/>
          <a:p>
            <a:r>
              <a:rPr lang="en-US"/>
              <a:t>Click to edit Master title style</a:t>
            </a:r>
          </a:p>
        </p:txBody>
      </p:sp>
      <p:sp>
        <p:nvSpPr>
          <p:cNvPr id="4" name="Text Placeholder 3"/>
          <p:cNvSpPr>
            <a:spLocks noGrp="1"/>
          </p:cNvSpPr>
          <p:nvPr userDrawn="1">
            <p:ph type="body" idx="1"/>
          </p:nvPr>
        </p:nvSpPr>
        <p:spPr>
          <a:xfrm>
            <a:off x="584200" y="1435503"/>
            <a:ext cx="11018520" cy="1612749"/>
          </a:xfrm>
          <a:prstGeom prst="rect">
            <a:avLst/>
          </a:prstGeom>
        </p:spPr>
        <p:txBody>
          <a:bodyPr vert="horz" wrap="square" lIns="0" tIns="0" rIns="0" bIns="0" rtlCol="0">
            <a:sp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grpSp>
        <p:nvGrpSpPr>
          <p:cNvPr id="47" name="GRID" hidden="1">
            <a:extLst>
              <a:ext uri="{FF2B5EF4-FFF2-40B4-BE49-F238E27FC236}">
                <a16:creationId xmlns:a16="http://schemas.microsoft.com/office/drawing/2014/main" id="{32B5FFBF-552A-4973-B5B3-9EE3A765185F}"/>
              </a:ext>
            </a:extLst>
          </p:cNvPr>
          <p:cNvGrpSpPr/>
          <p:nvPr userDrawn="1"/>
        </p:nvGrpSpPr>
        <p:grpSpPr>
          <a:xfrm>
            <a:off x="0" y="0"/>
            <a:ext cx="12192000" cy="6858000"/>
            <a:chOff x="0" y="0"/>
            <a:chExt cx="12192000" cy="6858000"/>
          </a:xfrm>
        </p:grpSpPr>
        <p:cxnSp>
          <p:nvCxnSpPr>
            <p:cNvPr id="7" name="Straight Connector 6">
              <a:extLst>
                <a:ext uri="{FF2B5EF4-FFF2-40B4-BE49-F238E27FC236}">
                  <a16:creationId xmlns:a16="http://schemas.microsoft.com/office/drawing/2014/main" id="{5CD412E5-2492-4063-96AB-C451FC39F2B6}"/>
                </a:ext>
              </a:extLst>
            </p:cNvPr>
            <p:cNvCxnSpPr/>
            <p:nvPr/>
          </p:nvCxnSpPr>
          <p:spPr>
            <a:xfrm>
              <a:off x="0" y="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25E7FAE-6A98-413B-871E-10F8DF6FF1E3}"/>
                </a:ext>
              </a:extLst>
            </p:cNvPr>
            <p:cNvCxnSpPr/>
            <p:nvPr/>
          </p:nvCxnSpPr>
          <p:spPr>
            <a:xfrm>
              <a:off x="0" y="29260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EF42BDE7-00A0-446E-9CEE-23DDF6A13E6E}"/>
                </a:ext>
              </a:extLst>
            </p:cNvPr>
            <p:cNvCxnSpPr/>
            <p:nvPr/>
          </p:nvCxnSpPr>
          <p:spPr>
            <a:xfrm>
              <a:off x="0" y="585216"/>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D48FF31-9C6A-4C0C-AB96-ED556488A1BA}"/>
                </a:ext>
              </a:extLst>
            </p:cNvPr>
            <p:cNvCxnSpPr/>
            <p:nvPr/>
          </p:nvCxnSpPr>
          <p:spPr>
            <a:xfrm>
              <a:off x="0" y="6272784"/>
              <a:ext cx="12188952" cy="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8D811B2-F122-4FF3-A4F6-E7291A5152BB}"/>
                </a:ext>
              </a:extLst>
            </p:cNvPr>
            <p:cNvCxnSpPr/>
            <p:nvPr/>
          </p:nvCxnSpPr>
          <p:spPr>
            <a:xfrm>
              <a:off x="0" y="656539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A2029335-BA6E-4B6F-B752-D02603169DE6}"/>
                </a:ext>
              </a:extLst>
            </p:cNvPr>
            <p:cNvCxnSpPr/>
            <p:nvPr/>
          </p:nvCxnSpPr>
          <p:spPr>
            <a:xfrm>
              <a:off x="0" y="685800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08D55A0-D16C-4191-B9F9-C95B51610B5E}"/>
                </a:ext>
              </a:extLst>
            </p:cNvPr>
            <p:cNvCxnSpPr/>
            <p:nvPr/>
          </p:nvCxnSpPr>
          <p:spPr>
            <a:xfrm>
              <a:off x="0" y="87782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DA3FCB58-9F61-404B-A493-7860A942FCC2}"/>
                </a:ext>
              </a:extLst>
            </p:cNvPr>
            <p:cNvCxnSpPr/>
            <p:nvPr/>
          </p:nvCxnSpPr>
          <p:spPr>
            <a:xfrm>
              <a:off x="0" y="117043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0EFD38DF-4402-499A-B7B2-D5BBF3AD467C}"/>
                </a:ext>
              </a:extLst>
            </p:cNvPr>
            <p:cNvCxnSpPr/>
            <p:nvPr/>
          </p:nvCxnSpPr>
          <p:spPr>
            <a:xfrm>
              <a:off x="0" y="146304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26DFD209-A624-4FEA-8F60-067FBF0CC1E8}"/>
                </a:ext>
              </a:extLst>
            </p:cNvPr>
            <p:cNvCxnSpPr/>
            <p:nvPr/>
          </p:nvCxnSpPr>
          <p:spPr>
            <a:xfrm>
              <a:off x="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F1B8ED61-88C3-48AA-91A7-BFD779B3B3BA}"/>
                </a:ext>
              </a:extLst>
            </p:cNvPr>
            <p:cNvCxnSpPr/>
            <p:nvPr/>
          </p:nvCxnSpPr>
          <p:spPr>
            <a:xfrm>
              <a:off x="585216"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22AC47D-49D2-4B9E-B580-53A7922E5654}"/>
                </a:ext>
              </a:extLst>
            </p:cNvPr>
            <p:cNvCxnSpPr/>
            <p:nvPr/>
          </p:nvCxnSpPr>
          <p:spPr>
            <a:xfrm>
              <a:off x="29260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20D7A2DB-4310-49CD-83F6-55B33BE76665}"/>
                </a:ext>
              </a:extLst>
            </p:cNvPr>
            <p:cNvCxnSpPr/>
            <p:nvPr/>
          </p:nvCxnSpPr>
          <p:spPr>
            <a:xfrm>
              <a:off x="877824"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0C40071-7BC6-4682-9CD1-0631E07C9F11}"/>
                </a:ext>
              </a:extLst>
            </p:cNvPr>
            <p:cNvCxnSpPr/>
            <p:nvPr/>
          </p:nvCxnSpPr>
          <p:spPr>
            <a:xfrm>
              <a:off x="117043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EE0ACFAA-26E9-44D2-BEF0-E02CAE93F397}"/>
                </a:ext>
              </a:extLst>
            </p:cNvPr>
            <p:cNvCxnSpPr/>
            <p:nvPr/>
          </p:nvCxnSpPr>
          <p:spPr>
            <a:xfrm>
              <a:off x="11021568"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3" name="Straight Connector 22">
              <a:extLst>
                <a:ext uri="{FF2B5EF4-FFF2-40B4-BE49-F238E27FC236}">
                  <a16:creationId xmlns:a16="http://schemas.microsoft.com/office/drawing/2014/main" id="{385D1186-93AE-4B67-8544-763E0B213AAC}"/>
                </a:ext>
              </a:extLst>
            </p:cNvPr>
            <p:cNvCxnSpPr/>
            <p:nvPr/>
          </p:nvCxnSpPr>
          <p:spPr>
            <a:xfrm>
              <a:off x="11606784" y="0"/>
              <a:ext cx="0" cy="6858000"/>
            </a:xfrm>
            <a:prstGeom prst="line">
              <a:avLst/>
            </a:prstGeom>
            <a:ln w="3175">
              <a:solidFill>
                <a:srgbClr val="DF45D4"/>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4" name="Straight Connector 23">
              <a:extLst>
                <a:ext uri="{FF2B5EF4-FFF2-40B4-BE49-F238E27FC236}">
                  <a16:creationId xmlns:a16="http://schemas.microsoft.com/office/drawing/2014/main" id="{CB1D45AE-FC53-4BB4-A9CD-C563C03A1195}"/>
                </a:ext>
              </a:extLst>
            </p:cNvPr>
            <p:cNvCxnSpPr/>
            <p:nvPr/>
          </p:nvCxnSpPr>
          <p:spPr>
            <a:xfrm>
              <a:off x="11314176"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8325177A-06D9-4C2A-B7EF-984A90245BF7}"/>
                </a:ext>
              </a:extLst>
            </p:cNvPr>
            <p:cNvCxnSpPr/>
            <p:nvPr/>
          </p:nvCxnSpPr>
          <p:spPr>
            <a:xfrm>
              <a:off x="11899392"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D2B67796-DF72-4C3B-A79D-7534FD3084C9}"/>
                </a:ext>
              </a:extLst>
            </p:cNvPr>
            <p:cNvCxnSpPr/>
            <p:nvPr/>
          </p:nvCxnSpPr>
          <p:spPr>
            <a:xfrm>
              <a:off x="12192000" y="0"/>
              <a:ext cx="0" cy="685800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7" name="Straight Connector 26">
              <a:extLst>
                <a:ext uri="{FF2B5EF4-FFF2-40B4-BE49-F238E27FC236}">
                  <a16:creationId xmlns:a16="http://schemas.microsoft.com/office/drawing/2014/main" id="{C8B2C409-2FF7-4120-9E48-02A446B82DD6}"/>
                </a:ext>
              </a:extLst>
            </p:cNvPr>
            <p:cNvCxnSpPr/>
            <p:nvPr/>
          </p:nvCxnSpPr>
          <p:spPr>
            <a:xfrm>
              <a:off x="0" y="175564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F3E0130A-B11A-42AB-8439-3CB0569F1C08}"/>
                </a:ext>
              </a:extLst>
            </p:cNvPr>
            <p:cNvCxnSpPr/>
            <p:nvPr/>
          </p:nvCxnSpPr>
          <p:spPr>
            <a:xfrm>
              <a:off x="0" y="204825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0840B631-CB23-44B8-823B-56619D54F0E4}"/>
                </a:ext>
              </a:extLst>
            </p:cNvPr>
            <p:cNvCxnSpPr/>
            <p:nvPr/>
          </p:nvCxnSpPr>
          <p:spPr>
            <a:xfrm>
              <a:off x="0" y="234086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C7DD460B-BBE5-43D6-95DF-C1C1CC6239C6}"/>
                </a:ext>
              </a:extLst>
            </p:cNvPr>
            <p:cNvCxnSpPr/>
            <p:nvPr/>
          </p:nvCxnSpPr>
          <p:spPr>
            <a:xfrm>
              <a:off x="0" y="263347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7F5BEEB4-62B8-420A-9489-8319B9432C34}"/>
                </a:ext>
              </a:extLst>
            </p:cNvPr>
            <p:cNvCxnSpPr/>
            <p:nvPr/>
          </p:nvCxnSpPr>
          <p:spPr>
            <a:xfrm>
              <a:off x="0" y="292608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79242164-82A4-4DA9-B78C-33430C241872}"/>
                </a:ext>
              </a:extLst>
            </p:cNvPr>
            <p:cNvCxnSpPr/>
            <p:nvPr/>
          </p:nvCxnSpPr>
          <p:spPr>
            <a:xfrm>
              <a:off x="0" y="321868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1D8767DD-4892-4904-AE72-87087DD9CCC2}"/>
                </a:ext>
              </a:extLst>
            </p:cNvPr>
            <p:cNvCxnSpPr/>
            <p:nvPr/>
          </p:nvCxnSpPr>
          <p:spPr>
            <a:xfrm>
              <a:off x="0" y="351129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39" name="Straight Connector 38">
              <a:extLst>
                <a:ext uri="{FF2B5EF4-FFF2-40B4-BE49-F238E27FC236}">
                  <a16:creationId xmlns:a16="http://schemas.microsoft.com/office/drawing/2014/main" id="{245FC793-2AD0-4021-B3FB-391EDDE6CB63}"/>
                </a:ext>
              </a:extLst>
            </p:cNvPr>
            <p:cNvCxnSpPr/>
            <p:nvPr userDrawn="1"/>
          </p:nvCxnSpPr>
          <p:spPr>
            <a:xfrm>
              <a:off x="0" y="380390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8091C6C8-296D-4AA9-8F03-7DEA5FA7D71A}"/>
                </a:ext>
              </a:extLst>
            </p:cNvPr>
            <p:cNvCxnSpPr/>
            <p:nvPr userDrawn="1"/>
          </p:nvCxnSpPr>
          <p:spPr>
            <a:xfrm>
              <a:off x="0" y="409651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71CBDA8A-698A-4B1C-BC41-CD72C2900FE8}"/>
                </a:ext>
              </a:extLst>
            </p:cNvPr>
            <p:cNvCxnSpPr/>
            <p:nvPr userDrawn="1"/>
          </p:nvCxnSpPr>
          <p:spPr>
            <a:xfrm>
              <a:off x="0" y="438912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F0780C82-EF19-43A2-BF1B-31FDFBA092CA}"/>
                </a:ext>
              </a:extLst>
            </p:cNvPr>
            <p:cNvCxnSpPr/>
            <p:nvPr userDrawn="1"/>
          </p:nvCxnSpPr>
          <p:spPr>
            <a:xfrm>
              <a:off x="0" y="4681728"/>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13492339-9370-44E2-8C4D-414393DEB764}"/>
                </a:ext>
              </a:extLst>
            </p:cNvPr>
            <p:cNvCxnSpPr/>
            <p:nvPr userDrawn="1"/>
          </p:nvCxnSpPr>
          <p:spPr>
            <a:xfrm>
              <a:off x="0" y="4974336"/>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EBF7CE2A-C0A7-4C6F-88B8-E40107AE34E8}"/>
                </a:ext>
              </a:extLst>
            </p:cNvPr>
            <p:cNvCxnSpPr/>
            <p:nvPr userDrawn="1"/>
          </p:nvCxnSpPr>
          <p:spPr>
            <a:xfrm>
              <a:off x="0" y="5266944"/>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CCD7A1D0-B060-4037-BFAE-80FAF89CC35F}"/>
                </a:ext>
              </a:extLst>
            </p:cNvPr>
            <p:cNvCxnSpPr/>
            <p:nvPr userDrawn="1"/>
          </p:nvCxnSpPr>
          <p:spPr>
            <a:xfrm>
              <a:off x="0" y="5559552"/>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cxnSp>
          <p:nvCxnSpPr>
            <p:cNvPr id="46" name="Straight Connector 45">
              <a:extLst>
                <a:ext uri="{FF2B5EF4-FFF2-40B4-BE49-F238E27FC236}">
                  <a16:creationId xmlns:a16="http://schemas.microsoft.com/office/drawing/2014/main" id="{2A121C21-7F60-43D7-B9B4-682B9D22E24D}"/>
                </a:ext>
              </a:extLst>
            </p:cNvPr>
            <p:cNvCxnSpPr/>
            <p:nvPr userDrawn="1"/>
          </p:nvCxnSpPr>
          <p:spPr>
            <a:xfrm>
              <a:off x="0" y="5852160"/>
              <a:ext cx="12188952" cy="0"/>
            </a:xfrm>
            <a:prstGeom prst="line">
              <a:avLst/>
            </a:prstGeom>
            <a:ln w="3175">
              <a:solidFill>
                <a:schemeClr val="tx1">
                  <a:alpha val="20000"/>
                </a:schemeClr>
              </a:solidFill>
              <a:headEnd type="none"/>
              <a:tailEnd type="none"/>
            </a:ln>
          </p:spPr>
          <p:style>
            <a:lnRef idx="1">
              <a:schemeClr val="accent1"/>
            </a:lnRef>
            <a:fillRef idx="0">
              <a:schemeClr val="accent1"/>
            </a:fillRef>
            <a:effectRef idx="0">
              <a:schemeClr val="accent1"/>
            </a:effectRef>
            <a:fontRef idx="minor">
              <a:schemeClr val="tx1"/>
            </a:fontRef>
          </p:style>
        </p:cxnSp>
      </p:grpSp>
      <p:sp>
        <p:nvSpPr>
          <p:cNvPr id="3" name=".64 square" hidden="1">
            <a:extLst>
              <a:ext uri="{FF2B5EF4-FFF2-40B4-BE49-F238E27FC236}">
                <a16:creationId xmlns:a16="http://schemas.microsoft.com/office/drawing/2014/main" id="{90E0CE0A-15D7-405F-8DFA-B7F5AF47B03C}"/>
              </a:ext>
            </a:extLst>
          </p:cNvPr>
          <p:cNvSpPr/>
          <p:nvPr userDrawn="1"/>
        </p:nvSpPr>
        <p:spPr bwMode="auto">
          <a:xfrm>
            <a:off x="0" y="0"/>
            <a:ext cx="585216" cy="585216"/>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sp>
        <p:nvSpPr>
          <p:cNvPr id="35" name=".32 square" hidden="1">
            <a:extLst>
              <a:ext uri="{FF2B5EF4-FFF2-40B4-BE49-F238E27FC236}">
                <a16:creationId xmlns:a16="http://schemas.microsoft.com/office/drawing/2014/main" id="{09835393-211C-428D-B22F-51EE7A413599}"/>
              </a:ext>
            </a:extLst>
          </p:cNvPr>
          <p:cNvSpPr/>
          <p:nvPr userDrawn="1"/>
        </p:nvSpPr>
        <p:spPr bwMode="auto">
          <a:xfrm>
            <a:off x="0" y="0"/>
            <a:ext cx="292608" cy="292608"/>
          </a:xfrm>
          <a:prstGeom prst="rect">
            <a:avLst/>
          </a:prstGeom>
          <a:solidFill>
            <a:schemeClr val="tx1">
              <a:alpha val="17000"/>
            </a:schemeClr>
          </a:solid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algn="ctr" defTabSz="932472" fontAlgn="base">
              <a:lnSpc>
                <a:spcPct val="90000"/>
              </a:lnSpc>
              <a:spcBef>
                <a:spcPct val="0"/>
              </a:spcBef>
              <a:spcAft>
                <a:spcPct val="0"/>
              </a:spcAft>
            </a:pPr>
            <a:endParaRPr lang="en-US" sz="2400">
              <a:gradFill>
                <a:gsLst>
                  <a:gs pos="0">
                    <a:srgbClr val="FFFFFF"/>
                  </a:gs>
                  <a:gs pos="100000">
                    <a:srgbClr val="FFFFFF"/>
                  </a:gs>
                </a:gsLst>
                <a:lin ang="5400000" scaled="0"/>
              </a:gradFill>
              <a:ea typeface="Segoe UI" pitchFamily="34" charset="0"/>
              <a:cs typeface="Segoe UI" pitchFamily="34" charset="0"/>
            </a:endParaRPr>
          </a:p>
        </p:txBody>
      </p:sp>
      <p:pic>
        <p:nvPicPr>
          <p:cNvPr id="48" name="MS Brand colors" descr="These are Microsoft Brand colors. The color bar is placed to the side of the Theme master so that it will be visible on all slides. Users can use the 'eye dropper' color tools under Color Fill Shape, Color Fill line etc. to easily select Brand colors. ">
            <a:extLst>
              <a:ext uri="{FF2B5EF4-FFF2-40B4-BE49-F238E27FC236}">
                <a16:creationId xmlns:a16="http://schemas.microsoft.com/office/drawing/2014/main" id="{AA8BCD47-4247-4ABA-A99B-DEE7D4A0B47E}"/>
              </a:ext>
              <a:ext uri="{C183D7F6-B498-43B3-948B-1728B52AA6E4}">
                <adec:decorative xmlns:adec="http://schemas.microsoft.com/office/drawing/2017/decorative" val="0"/>
              </a:ext>
            </a:extLst>
          </p:cNvPr>
          <p:cNvPicPr>
            <a:picLocks noChangeAspect="1"/>
          </p:cNvPicPr>
          <p:nvPr userDrawn="1"/>
        </p:nvPicPr>
        <p:blipFill rotWithShape="1">
          <a:blip r:embed="rId32"/>
          <a:srcRect l="762"/>
          <a:stretch/>
        </p:blipFill>
        <p:spPr>
          <a:xfrm rot="5400000">
            <a:off x="9455831" y="2843773"/>
            <a:ext cx="6858000" cy="1170455"/>
          </a:xfrm>
          <a:prstGeom prst="rect">
            <a:avLst/>
          </a:prstGeom>
        </p:spPr>
      </p:pic>
    </p:spTree>
    <p:extLst>
      <p:ext uri="{BB962C8B-B14F-4D97-AF65-F5344CB8AC3E}">
        <p14:creationId xmlns:p14="http://schemas.microsoft.com/office/powerpoint/2010/main" val="2789957686"/>
      </p:ext>
    </p:extLst>
  </p:cSld>
  <p:clrMap bg1="dk1" tx1="lt1" bg2="dk2" tx2="lt2" accent1="accent1" accent2="accent2" accent3="accent3" accent4="accent4" accent5="accent5" accent6="accent6" hlink="hlink" folHlink="folHlink"/>
  <p:sldLayoutIdLst>
    <p:sldLayoutId id="2147484780" r:id="rId1"/>
    <p:sldLayoutId id="2147484771" r:id="rId2"/>
    <p:sldLayoutId id="2147484787" r:id="rId3"/>
    <p:sldLayoutId id="2147484784" r:id="rId4"/>
    <p:sldLayoutId id="2147484650" r:id="rId5"/>
    <p:sldLayoutId id="2147484790" r:id="rId6"/>
    <p:sldLayoutId id="2147484651" r:id="rId7"/>
    <p:sldLayoutId id="2147484791" r:id="rId8"/>
    <p:sldLayoutId id="2147484795" r:id="rId9"/>
    <p:sldLayoutId id="2147484794" r:id="rId10"/>
    <p:sldLayoutId id="2147484652" r:id="rId11"/>
    <p:sldLayoutId id="2147484653" r:id="rId12"/>
    <p:sldLayoutId id="2147484655" r:id="rId13"/>
    <p:sldLayoutId id="2147484656" r:id="rId14"/>
    <p:sldLayoutId id="2147484738" r:id="rId15"/>
    <p:sldLayoutId id="2147484739" r:id="rId16"/>
    <p:sldLayoutId id="2147484740" r:id="rId17"/>
    <p:sldLayoutId id="2147484661" r:id="rId18"/>
    <p:sldLayoutId id="2147484663" r:id="rId19"/>
    <p:sldLayoutId id="2147484665" r:id="rId20"/>
    <p:sldLayoutId id="2147484774" r:id="rId21"/>
    <p:sldLayoutId id="2147484775" r:id="rId22"/>
    <p:sldLayoutId id="2147484776" r:id="rId23"/>
    <p:sldLayoutId id="2147484666" r:id="rId24"/>
    <p:sldLayoutId id="2147484667" r:id="rId25"/>
    <p:sldLayoutId id="2147484668" r:id="rId26"/>
    <p:sldLayoutId id="2147484670" r:id="rId27"/>
    <p:sldLayoutId id="2147484773" r:id="rId28"/>
    <p:sldLayoutId id="2147484792" r:id="rId29"/>
    <p:sldLayoutId id="2147484785" r:id="rId30"/>
  </p:sldLayoutIdLst>
  <p:transition>
    <p:fade/>
  </p:transition>
  <p:hf sldNum="0" hdr="0" ftr="0" dt="0"/>
  <p:txStyles>
    <p:titleStyle>
      <a:lvl1pPr algn="l" defTabSz="932742" rtl="0" eaLnBrk="1" latinLnBrk="0" hangingPunct="1">
        <a:lnSpc>
          <a:spcPct val="100000"/>
        </a:lnSpc>
        <a:spcBef>
          <a:spcPct val="0"/>
        </a:spcBef>
        <a:buNone/>
        <a:defRPr lang="en-US" sz="3600" b="0" kern="1200" cap="none" spc="-50" baseline="0" dirty="0" smtClean="0">
          <a:ln w="3175">
            <a:noFill/>
          </a:ln>
          <a:gradFill>
            <a:gsLst>
              <a:gs pos="1250">
                <a:schemeClr val="tx1"/>
              </a:gs>
              <a:gs pos="100000">
                <a:schemeClr val="tx1"/>
              </a:gs>
            </a:gsLst>
            <a:lin ang="5400000" scaled="0"/>
          </a:gradFill>
          <a:effectLst/>
          <a:latin typeface="+mj-lt"/>
          <a:ea typeface="+mn-ea"/>
          <a:cs typeface="Segoe UI" pitchFamily="34" charset="0"/>
        </a:defRPr>
      </a:lvl1pPr>
    </p:titleStyle>
    <p:body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800" kern="1200" spc="0" baseline="0">
          <a:gradFill>
            <a:gsLst>
              <a:gs pos="1250">
                <a:schemeClr val="tx1"/>
              </a:gs>
              <a:gs pos="100000">
                <a:schemeClr val="tx1"/>
              </a:gs>
            </a:gsLst>
            <a:lin ang="5400000" scaled="0"/>
          </a:gradFill>
          <a:latin typeface="Segoe UI Semilight" panose="020B0402040204020203" pitchFamily="34" charset="0"/>
          <a:ea typeface="+mn-ea"/>
          <a:cs typeface="Segoe UI Semilight" panose="020B04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2000" kern="1200" spc="0" baseline="0">
          <a:gradFill>
            <a:gsLst>
              <a:gs pos="1250">
                <a:schemeClr val="tx1"/>
              </a:gs>
              <a:gs pos="100000">
                <a:schemeClr val="tx1"/>
              </a:gs>
            </a:gsLst>
            <a:lin ang="5400000" scaled="0"/>
          </a:gradFill>
          <a:latin typeface="+mn-lt"/>
          <a:ea typeface="+mn-ea"/>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600" kern="1200" spc="0" baseline="0">
          <a:gradFill>
            <a:gsLst>
              <a:gs pos="1250">
                <a:schemeClr val="tx1"/>
              </a:gs>
              <a:gs pos="100000">
                <a:schemeClr val="tx1"/>
              </a:gs>
            </a:gsLst>
            <a:lin ang="5400000" scaled="0"/>
          </a:gradFill>
          <a:latin typeface="+mn-lt"/>
          <a:ea typeface="+mn-ea"/>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sz="14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32742" rtl="0" eaLnBrk="1" latinLnBrk="0" hangingPunct="1">
        <a:defRPr sz="1800" kern="1200">
          <a:solidFill>
            <a:schemeClr val="tx1"/>
          </a:solidFill>
          <a:latin typeface="+mn-lt"/>
          <a:ea typeface="+mn-ea"/>
          <a:cs typeface="+mn-cs"/>
        </a:defRPr>
      </a:lvl1pPr>
      <a:lvl2pPr marL="466371" algn="l" defTabSz="932742" rtl="0" eaLnBrk="1" latinLnBrk="0" hangingPunct="1">
        <a:defRPr sz="1800" kern="1200">
          <a:solidFill>
            <a:schemeClr val="tx1"/>
          </a:solidFill>
          <a:latin typeface="+mn-lt"/>
          <a:ea typeface="+mn-ea"/>
          <a:cs typeface="+mn-cs"/>
        </a:defRPr>
      </a:lvl2pPr>
      <a:lvl3pPr marL="932742" algn="l" defTabSz="932742" rtl="0" eaLnBrk="1" latinLnBrk="0" hangingPunct="1">
        <a:defRPr sz="1800" kern="1200">
          <a:solidFill>
            <a:schemeClr val="tx1"/>
          </a:solidFill>
          <a:latin typeface="+mn-lt"/>
          <a:ea typeface="+mn-ea"/>
          <a:cs typeface="+mn-cs"/>
        </a:defRPr>
      </a:lvl3pPr>
      <a:lvl4pPr marL="1399113" algn="l" defTabSz="932742" rtl="0" eaLnBrk="1" latinLnBrk="0" hangingPunct="1">
        <a:defRPr sz="1800" kern="1200">
          <a:solidFill>
            <a:schemeClr val="tx1"/>
          </a:solidFill>
          <a:latin typeface="+mn-lt"/>
          <a:ea typeface="+mn-ea"/>
          <a:cs typeface="+mn-cs"/>
        </a:defRPr>
      </a:lvl4pPr>
      <a:lvl5pPr marL="1865484" algn="l" defTabSz="932742" rtl="0" eaLnBrk="1" latinLnBrk="0" hangingPunct="1">
        <a:defRPr sz="1800" kern="1200">
          <a:solidFill>
            <a:schemeClr val="tx1"/>
          </a:solidFill>
          <a:latin typeface="+mn-lt"/>
          <a:ea typeface="+mn-ea"/>
          <a:cs typeface="+mn-cs"/>
        </a:defRPr>
      </a:lvl5pPr>
      <a:lvl6pPr marL="2331856" algn="l" defTabSz="932742" rtl="0" eaLnBrk="1" latinLnBrk="0" hangingPunct="1">
        <a:defRPr sz="1800" kern="1200">
          <a:solidFill>
            <a:schemeClr val="tx1"/>
          </a:solidFill>
          <a:latin typeface="+mn-lt"/>
          <a:ea typeface="+mn-ea"/>
          <a:cs typeface="+mn-cs"/>
        </a:defRPr>
      </a:lvl6pPr>
      <a:lvl7pPr marL="2798226" algn="l" defTabSz="932742" rtl="0" eaLnBrk="1" latinLnBrk="0" hangingPunct="1">
        <a:defRPr sz="1800" kern="1200">
          <a:solidFill>
            <a:schemeClr val="tx1"/>
          </a:solidFill>
          <a:latin typeface="+mn-lt"/>
          <a:ea typeface="+mn-ea"/>
          <a:cs typeface="+mn-cs"/>
        </a:defRPr>
      </a:lvl7pPr>
      <a:lvl8pPr marL="3264597" algn="l" defTabSz="932742" rtl="0" eaLnBrk="1" latinLnBrk="0" hangingPunct="1">
        <a:defRPr sz="1800" kern="1200">
          <a:solidFill>
            <a:schemeClr val="tx1"/>
          </a:solidFill>
          <a:latin typeface="+mn-lt"/>
          <a:ea typeface="+mn-ea"/>
          <a:cs typeface="+mn-cs"/>
        </a:defRPr>
      </a:lvl8pPr>
      <a:lvl9pPr marL="3730969" algn="l" defTabSz="932742"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6" pos="368">
          <p15:clr>
            <a:srgbClr val="C35EA4"/>
          </p15:clr>
        </p15:guide>
        <p15:guide id="17" pos="7313">
          <p15:clr>
            <a:srgbClr val="C35EA4"/>
          </p15:clr>
        </p15:guide>
        <p15:guide id="25" orient="horz" pos="369">
          <p15:clr>
            <a:srgbClr val="C35EA4"/>
          </p15:clr>
        </p15:guide>
        <p15:guide id="26" orient="horz" pos="3949">
          <p15:clr>
            <a:srgbClr val="C35EA4"/>
          </p15:clr>
        </p15:guide>
        <p15:guide id="27" orient="horz" pos="184">
          <p15:clr>
            <a:srgbClr val="A4A3A4"/>
          </p15:clr>
        </p15:guide>
        <p15:guide id="28" pos="185">
          <p15:clr>
            <a:srgbClr val="A4A3A4"/>
          </p15:clr>
        </p15:guide>
        <p15:guide id="29" orient="horz" pos="4135">
          <p15:clr>
            <a:srgbClr val="A4A3A4"/>
          </p15:clr>
        </p15:guide>
        <p15:guide id="30" pos="7488" userDrawn="1">
          <p15:clr>
            <a:srgbClr val="A4A3A4"/>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718801444"/>
      </p:ext>
    </p:extLst>
  </p:cSld>
  <p:clrMapOvr>
    <a:masterClrMapping/>
  </p:clrMapOvr>
  <p:transition>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b="1"/>
            </a:pPr>
            <a:r>
              <a:t>Build an AI-Powered Image Analyzer</a:t>
            </a:r>
          </a:p>
        </p:txBody>
      </p:sp>
      <p:sp>
        <p:nvSpPr>
          <p:cNvPr id="3" name="Text Placeholder 2"/>
          <p:cNvSpPr>
            <a:spLocks noGrp="1"/>
          </p:cNvSpPr>
          <p:nvPr>
            <p:ph type="body" idx="12" sz="quarter"/>
          </p:nvPr>
        </p:nvSpPr>
        <p:spPr/>
        <p:txBody>
          <a:bodyPr/>
          <a:lstStyle/>
          <a:p>
            <a:pPr>
              <a:defRPr sz="2400"/>
            </a:pPr>
            <a:r>
              <a:t>Azure AI Vision Workshop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b="1"/>
            </a:pPr>
            <a:r>
              <a:t>About Me</a:t>
            </a:r>
          </a:p>
        </p:txBody>
      </p:sp>
      <p:sp>
        <p:nvSpPr>
          <p:cNvPr id="3" name="Text Placeholder 2"/>
          <p:cNvSpPr>
            <a:spLocks noGrp="1"/>
          </p:cNvSpPr>
          <p:nvPr>
            <p:ph type="body" idx="10" sz="quarter"/>
          </p:nvPr>
        </p:nvSpPr>
        <p:spPr/>
        <p:txBody>
          <a:bodyPr/>
          <a:lstStyle/>
          <a:p>
            <a:pPr>
              <a:spcBef>
                <a:spcPts val="1400"/>
              </a:spcBef>
              <a:spcAft>
                <a:spcPts val="400"/>
              </a:spcAft>
              <a:defRPr b="1" sz="2200"/>
            </a:pPr>
            <a:r>
              <a:t>Jainal Gosaliya</a:t>
            </a:r>
          </a:p>
          <a:p>
            <a:pPr>
              <a:spcAft>
                <a:spcPts val="1200"/>
              </a:spcAft>
            </a:pPr>
          </a:p>
          <a:p>
            <a:pPr>
              <a:spcBef>
                <a:spcPts val="1400"/>
              </a:spcBef>
              <a:spcAft>
                <a:spcPts val="400"/>
              </a:spcAft>
              <a:defRPr b="1" sz="2200"/>
            </a:pPr>
            <a:r>
              <a:t>Beta Microsoft Learn Student Ambassador</a:t>
            </a:r>
          </a:p>
          <a:p>
            <a:pPr>
              <a:spcAft>
                <a:spcPts val="1200"/>
              </a:spcAft>
            </a:pPr>
          </a:p>
          <a:p>
            <a:pPr>
              <a:spcBef>
                <a:spcPts val="400"/>
              </a:spcBef>
              <a:spcAft>
                <a:spcPts val="400"/>
              </a:spcAft>
              <a:defRPr sz="1800"/>
            </a:pPr>
            <a:r>
              <a:t>Pursuing Masters of Software Engineering Systems</a:t>
            </a:r>
          </a:p>
          <a:p>
            <a:pPr>
              <a:spcBef>
                <a:spcPts val="1400"/>
              </a:spcBef>
              <a:spcAft>
                <a:spcPts val="400"/>
              </a:spcAft>
              <a:defRPr b="1" sz="2200"/>
            </a:pPr>
            <a:r>
              <a:t>at Northeastern University</a:t>
            </a:r>
          </a:p>
          <a:p>
            <a:pPr>
              <a:spcAft>
                <a:spcPts val="1200"/>
              </a:spcAft>
            </a:pPr>
          </a:p>
          <a:p>
            <a:pPr>
              <a:spcBef>
                <a:spcPts val="1800"/>
              </a:spcBef>
              <a:spcAft>
                <a:spcPts val="600"/>
              </a:spcAft>
              <a:defRPr b="1" sz="2000"/>
            </a:pPr>
            <a:r>
              <a:t>Passionate about:</a:t>
            </a:r>
          </a:p>
          <a:p>
            <a:pPr>
              <a:spcBef>
                <a:spcPts val="600"/>
              </a:spcBef>
              <a:spcAft>
                <a:spcPts val="600"/>
              </a:spcAft>
              <a:defRPr sz="1800"/>
            </a:pPr>
            <a:r>
              <a:t>• Python</a:t>
            </a:r>
          </a:p>
          <a:p>
            <a:pPr>
              <a:spcBef>
                <a:spcPts val="600"/>
              </a:spcBef>
              <a:spcAft>
                <a:spcPts val="600"/>
              </a:spcAft>
              <a:defRPr sz="1800"/>
            </a:pPr>
            <a:r>
              <a:t>• Artificial Intelligence</a:t>
            </a:r>
          </a:p>
          <a:p>
            <a:pPr>
              <a:spcBef>
                <a:spcPts val="600"/>
              </a:spcBef>
              <a:spcAft>
                <a:spcPts val="600"/>
              </a:spcAft>
              <a:defRPr sz="1800"/>
            </a:pPr>
            <a:r>
              <a:t>• Microsoft Azure</a:t>
            </a:r>
          </a:p>
          <a:p>
            <a:pPr>
              <a:spcAft>
                <a:spcPts val="1200"/>
              </a:spcAft>
            </a:pPr>
          </a:p>
          <a:p>
            <a:pPr>
              <a:spcBef>
                <a:spcPts val="400"/>
              </a:spcBef>
              <a:spcAft>
                <a:spcPts val="400"/>
              </a:spcAft>
              <a:defRPr sz="1800"/>
            </a:pPr>
            <a:r>
              <a:t>linkedin.com/in/jainal-gosaliya</a:t>
            </a:r>
          </a:p>
          <a:p>
            <a:pPr>
              <a:spcBef>
                <a:spcPts val="400"/>
              </a:spcBef>
              <a:spcAft>
                <a:spcPts val="400"/>
              </a:spcAft>
              <a:defRPr sz="1800"/>
            </a:pPr>
            <a:r>
              <a:t>github.com/jainal09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b="1"/>
            </a:pPr>
            <a:r>
              <a:t>Agenda</a:t>
            </a:r>
          </a:p>
        </p:txBody>
      </p:sp>
      <p:sp>
        <p:nvSpPr>
          <p:cNvPr id="3" name="Text Placeholder 2"/>
          <p:cNvSpPr>
            <a:spLocks noGrp="1"/>
          </p:cNvSpPr>
          <p:nvPr>
            <p:ph type="body" idx="10" sz="quarter"/>
          </p:nvPr>
        </p:nvSpPr>
        <p:spPr/>
        <p:txBody>
          <a:bodyPr/>
          <a:lstStyle/>
          <a:p>
            <a:pPr>
              <a:spcBef>
                <a:spcPts val="1800"/>
              </a:spcBef>
              <a:spcAft>
                <a:spcPts val="600"/>
              </a:spcAft>
              <a:defRPr b="1" sz="2000"/>
            </a:pPr>
            <a:r>
              <a:t>What We'll Cover Today:</a:t>
            </a:r>
          </a:p>
          <a:p>
            <a:pPr>
              <a:spcAft>
                <a:spcPts val="1200"/>
              </a:spcAft>
            </a:pPr>
          </a:p>
          <a:p>
            <a:pPr>
              <a:spcBef>
                <a:spcPts val="600"/>
              </a:spcBef>
              <a:spcAft>
                <a:spcPts val="600"/>
              </a:spcAft>
              <a:defRPr sz="1800"/>
            </a:pPr>
            <a:r>
              <a:t>• Introduction to Azure AI Vision</a:t>
            </a:r>
          </a:p>
          <a:p>
            <a:pPr>
              <a:spcBef>
                <a:spcPts val="600"/>
              </a:spcBef>
              <a:spcAft>
                <a:spcPts val="600"/>
              </a:spcAft>
              <a:defRPr sz="1800"/>
            </a:pPr>
            <a:r>
              <a:t>• Key Features &amp; Capabilities</a:t>
            </a:r>
          </a:p>
          <a:p>
            <a:pPr>
              <a:spcBef>
                <a:spcPts val="600"/>
              </a:spcBef>
              <a:spcAft>
                <a:spcPts val="600"/>
              </a:spcAft>
              <a:defRPr sz="1800"/>
            </a:pPr>
            <a:r>
              <a:t>• Real-World Use Cases</a:t>
            </a:r>
          </a:p>
          <a:p>
            <a:pPr>
              <a:spcBef>
                <a:spcPts val="600"/>
              </a:spcBef>
              <a:spcAft>
                <a:spcPts val="600"/>
              </a:spcAft>
              <a:defRPr sz="1800"/>
            </a:pPr>
            <a:r>
              <a:t>• Live Demo: Build an Image Analyzer</a:t>
            </a:r>
          </a:p>
          <a:p>
            <a:pPr>
              <a:spcBef>
                <a:spcPts val="600"/>
              </a:spcBef>
              <a:spcAft>
                <a:spcPts val="600"/>
              </a:spcAft>
              <a:defRPr sz="1800"/>
            </a:pPr>
            <a:r>
              <a:t>• Resources &amp; Next Steps</a:t>
            </a:r>
          </a:p>
          <a:p>
            <a:pPr>
              <a:spcBef>
                <a:spcPts val="600"/>
              </a:spcBef>
              <a:spcAft>
                <a:spcPts val="600"/>
              </a:spcAft>
              <a:defRPr sz="1800"/>
            </a:pPr>
            <a:r>
              <a:t>• Q&amp;A</a:t>
            </a:r>
          </a:p>
          <a:p>
            <a:pPr>
              <a:spcAft>
                <a:spcPts val="1200"/>
              </a:spcAft>
            </a:pPr>
          </a:p>
          <a:p>
            <a:pPr>
              <a:spcBef>
                <a:spcPts val="1800"/>
              </a:spcBef>
              <a:spcAft>
                <a:spcPts val="600"/>
              </a:spcAft>
              <a:defRPr b="1" sz="2000"/>
            </a:pPr>
            <a:r>
              <a:t>By the end, you'll be able to:</a:t>
            </a:r>
          </a:p>
          <a:p>
            <a:pPr>
              <a:spcBef>
                <a:spcPts val="600"/>
              </a:spcBef>
              <a:spcAft>
                <a:spcPts val="600"/>
              </a:spcAft>
              <a:defRPr sz="1800"/>
            </a:pPr>
            <a:r>
              <a:t>• Set up Azure AI Vision resource from scratch</a:t>
            </a:r>
          </a:p>
          <a:p>
            <a:pPr>
              <a:spcBef>
                <a:spcPts val="600"/>
              </a:spcBef>
              <a:spcAft>
                <a:spcPts val="600"/>
              </a:spcAft>
              <a:defRPr sz="1800"/>
            </a:pPr>
            <a:r>
              <a:t>• Build a working image analyzer application</a:t>
            </a:r>
          </a:p>
          <a:p>
            <a:pPr>
              <a:spcBef>
                <a:spcPts val="600"/>
              </a:spcBef>
              <a:spcAft>
                <a:spcPts val="600"/>
              </a:spcAft>
              <a:defRPr sz="1800"/>
            </a:pPr>
            <a:r>
              <a:t>• Extract text, detect objects, and generate captions from images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b="1"/>
            </a:pPr>
            <a:r>
              <a:t>What is Azure AI Vision?</a:t>
            </a:r>
          </a:p>
        </p:txBody>
      </p:sp>
      <p:sp>
        <p:nvSpPr>
          <p:cNvPr id="3" name="Text Placeholder 2"/>
          <p:cNvSpPr>
            <a:spLocks noGrp="1"/>
          </p:cNvSpPr>
          <p:nvPr>
            <p:ph type="body" idx="10" sz="quarter"/>
          </p:nvPr>
        </p:nvSpPr>
        <p:spPr/>
        <p:txBody>
          <a:bodyPr/>
          <a:lstStyle/>
          <a:p>
            <a:pPr>
              <a:spcBef>
                <a:spcPts val="400"/>
              </a:spcBef>
              <a:spcAft>
                <a:spcPts val="400"/>
              </a:spcAft>
              <a:defRPr sz="1800"/>
            </a:pPr>
            <a:r>
              <a:t>Cloud-based AI service that analyzes images and extracts valuable information</a:t>
            </a:r>
          </a:p>
          <a:p>
            <a:pPr>
              <a:spcAft>
                <a:spcPts val="1200"/>
              </a:spcAft>
            </a:pPr>
          </a:p>
          <a:p>
            <a:pPr>
              <a:spcBef>
                <a:spcPts val="400"/>
              </a:spcBef>
              <a:spcAft>
                <a:spcPts val="400"/>
              </a:spcAft>
              <a:defRPr sz="1800"/>
            </a:pPr>
            <a:r>
              <a:t>Part of Microsoft Foundry Tools (Azure AI Services)</a:t>
            </a:r>
          </a:p>
          <a:p>
            <a:pPr>
              <a:spcAft>
                <a:spcPts val="1200"/>
              </a:spcAft>
            </a:pPr>
          </a:p>
          <a:p>
            <a:pPr>
              <a:spcBef>
                <a:spcPts val="1800"/>
              </a:spcBef>
              <a:spcAft>
                <a:spcPts val="600"/>
              </a:spcAft>
              <a:defRPr b="1" sz="2000"/>
            </a:pPr>
            <a:r>
              <a:t>Key Capabilities:</a:t>
            </a:r>
          </a:p>
          <a:p>
            <a:pPr>
              <a:spcBef>
                <a:spcPts val="600"/>
              </a:spcBef>
              <a:spcAft>
                <a:spcPts val="600"/>
              </a:spcAft>
              <a:defRPr sz="1800"/>
            </a:pPr>
            <a:r>
              <a:t>• Read and extract text from images (OCR)</a:t>
            </a:r>
          </a:p>
          <a:p>
            <a:pPr>
              <a:spcBef>
                <a:spcPts val="600"/>
              </a:spcBef>
              <a:spcAft>
                <a:spcPts val="600"/>
              </a:spcAft>
              <a:defRPr sz="1800"/>
            </a:pPr>
            <a:r>
              <a:t>• Detect and identify objects in photos</a:t>
            </a:r>
          </a:p>
          <a:p>
            <a:pPr>
              <a:spcBef>
                <a:spcPts val="600"/>
              </a:spcBef>
              <a:spcAft>
                <a:spcPts val="600"/>
              </a:spcAft>
              <a:defRPr sz="1800"/>
            </a:pPr>
            <a:r>
              <a:t>• Generate human-like image descriptions</a:t>
            </a:r>
          </a:p>
          <a:p>
            <a:pPr>
              <a:spcBef>
                <a:spcPts val="600"/>
              </a:spcBef>
              <a:spcAft>
                <a:spcPts val="600"/>
              </a:spcAft>
              <a:defRPr sz="1800"/>
            </a:pPr>
            <a:r>
              <a:t>• Analyze image content and metadata</a:t>
            </a:r>
          </a:p>
          <a:p>
            <a:pPr>
              <a:spcAft>
                <a:spcPts val="1200"/>
              </a:spcAft>
            </a:pPr>
          </a:p>
          <a:p>
            <a:pPr>
              <a:spcBef>
                <a:spcPts val="1800"/>
              </a:spcBef>
              <a:spcAft>
                <a:spcPts val="600"/>
              </a:spcAft>
              <a:defRPr b="1" sz="2000"/>
            </a:pPr>
            <a:r>
              <a:t>Pricing:</a:t>
            </a:r>
          </a:p>
          <a:p>
            <a:pPr>
              <a:spcBef>
                <a:spcPts val="600"/>
              </a:spcBef>
              <a:spcAft>
                <a:spcPts val="600"/>
              </a:spcAft>
              <a:defRPr sz="1800"/>
            </a:pPr>
            <a:r>
              <a:t>• Free tier: 20 calls/min, 5,000 calls/month</a:t>
            </a:r>
          </a:p>
          <a:p>
            <a:pPr>
              <a:spcBef>
                <a:spcPts val="600"/>
              </a:spcBef>
              <a:spcAft>
                <a:spcPts val="600"/>
              </a:spcAft>
              <a:defRPr sz="1800"/>
            </a:pPr>
            <a:r>
              <a:t>• Perfect for learning and prototyping!</a:t>
            </a:r>
          </a:p>
          <a:p>
            <a:pPr>
              <a:spcAft>
                <a:spcPts val="1200"/>
              </a:spcAft>
            </a:pPr>
          </a:p>
          <a:p>
            <a:pPr>
              <a:spcBef>
                <a:spcPts val="400"/>
              </a:spcBef>
              <a:spcAft>
                <a:spcPts val="400"/>
              </a:spcAft>
              <a:defRPr sz="1800"/>
            </a:pPr>
            <a:r>
              <a:t>learn.microsoft.com/azure/ai-services/computer-vision/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b="1"/>
            </a:pPr>
            <a:r>
              <a:t>Key Features</a:t>
            </a:r>
          </a:p>
        </p:txBody>
      </p:sp>
      <p:sp>
        <p:nvSpPr>
          <p:cNvPr id="3" name="Text Placeholder 2"/>
          <p:cNvSpPr>
            <a:spLocks noGrp="1"/>
          </p:cNvSpPr>
          <p:nvPr>
            <p:ph type="body" idx="10" sz="quarter"/>
          </p:nvPr>
        </p:nvSpPr>
        <p:spPr/>
        <p:txBody>
          <a:bodyPr/>
          <a:lstStyle/>
          <a:p>
            <a:pPr>
              <a:spcBef>
                <a:spcPts val="1800"/>
              </a:spcBef>
              <a:spcAft>
                <a:spcPts val="600"/>
              </a:spcAft>
              <a:defRPr b="1" sz="2000"/>
            </a:pPr>
            <a:r>
              <a:t>OCR (Read):</a:t>
            </a:r>
          </a:p>
          <a:p>
            <a:pPr>
              <a:spcBef>
                <a:spcPts val="600"/>
              </a:spcBef>
              <a:spcAft>
                <a:spcPts val="600"/>
              </a:spcAft>
              <a:defRPr sz="1800"/>
            </a:pPr>
            <a:r>
              <a:t>• Extract printed &amp; handwritten text</a:t>
            </a:r>
          </a:p>
          <a:p>
            <a:pPr>
              <a:spcBef>
                <a:spcPts val="600"/>
              </a:spcBef>
              <a:spcAft>
                <a:spcPts val="600"/>
              </a:spcAft>
              <a:defRPr sz="1800"/>
            </a:pPr>
            <a:r>
              <a:t>• Scan receipts, documents, signs</a:t>
            </a:r>
          </a:p>
          <a:p>
            <a:pPr>
              <a:spcAft>
                <a:spcPts val="1200"/>
              </a:spcAft>
            </a:pPr>
          </a:p>
          <a:p>
            <a:pPr>
              <a:spcBef>
                <a:spcPts val="1800"/>
              </a:spcBef>
              <a:spcAft>
                <a:spcPts val="600"/>
              </a:spcAft>
              <a:defRPr b="1" sz="2000"/>
            </a:pPr>
            <a:r>
              <a:t>Image Captions:</a:t>
            </a:r>
          </a:p>
          <a:p>
            <a:pPr>
              <a:spcBef>
                <a:spcPts val="600"/>
              </a:spcBef>
              <a:spcAft>
                <a:spcPts val="600"/>
              </a:spcAft>
              <a:defRPr sz="1800"/>
            </a:pPr>
            <a:r>
              <a:t>• Generate natural language descriptions</a:t>
            </a:r>
          </a:p>
          <a:p>
            <a:pPr>
              <a:spcBef>
                <a:spcPts val="600"/>
              </a:spcBef>
              <a:spcAft>
                <a:spcPts val="600"/>
              </a:spcAft>
              <a:defRPr sz="1800"/>
            </a:pPr>
            <a:r>
              <a:t>• "A dog playing in the park"</a:t>
            </a:r>
          </a:p>
          <a:p>
            <a:pPr>
              <a:spcAft>
                <a:spcPts val="1200"/>
              </a:spcAft>
            </a:pPr>
          </a:p>
          <a:p>
            <a:pPr>
              <a:spcBef>
                <a:spcPts val="1800"/>
              </a:spcBef>
              <a:spcAft>
                <a:spcPts val="600"/>
              </a:spcAft>
              <a:defRPr b="1" sz="2000"/>
            </a:pPr>
            <a:r>
              <a:t>Object Detection:</a:t>
            </a:r>
          </a:p>
          <a:p>
            <a:pPr>
              <a:spcBef>
                <a:spcPts val="600"/>
              </a:spcBef>
              <a:spcAft>
                <a:spcPts val="600"/>
              </a:spcAft>
              <a:defRPr sz="1800"/>
            </a:pPr>
            <a:r>
              <a:t>• Identify objects with bounding boxes</a:t>
            </a:r>
          </a:p>
          <a:p>
            <a:pPr>
              <a:spcBef>
                <a:spcPts val="600"/>
              </a:spcBef>
              <a:spcAft>
                <a:spcPts val="600"/>
              </a:spcAft>
              <a:defRPr sz="1800"/>
            </a:pPr>
            <a:r>
              <a:t>• Find all cars in a parking lot</a:t>
            </a:r>
          </a:p>
          <a:p>
            <a:pPr>
              <a:spcAft>
                <a:spcPts val="1200"/>
              </a:spcAft>
            </a:pPr>
          </a:p>
          <a:p>
            <a:pPr>
              <a:spcBef>
                <a:spcPts val="1800"/>
              </a:spcBef>
              <a:spcAft>
                <a:spcPts val="600"/>
              </a:spcAft>
              <a:defRPr b="1" sz="2000"/>
            </a:pPr>
            <a:r>
              <a:t>Smart Tags:</a:t>
            </a:r>
          </a:p>
          <a:p>
            <a:pPr>
              <a:spcBef>
                <a:spcPts val="600"/>
              </a:spcBef>
              <a:spcAft>
                <a:spcPts val="600"/>
              </a:spcAft>
              <a:defRPr sz="1800"/>
            </a:pPr>
            <a:r>
              <a:t>• Label images with keywords</a:t>
            </a:r>
          </a:p>
          <a:p>
            <a:pPr>
              <a:spcBef>
                <a:spcPts val="600"/>
              </a:spcBef>
              <a:spcAft>
                <a:spcPts val="600"/>
              </a:spcAft>
              <a:defRPr sz="1800"/>
            </a:pPr>
            <a:r>
              <a:t>• ["outdoor", "nature", "sunny"]</a:t>
            </a:r>
          </a:p>
          <a:p>
            <a:pPr>
              <a:spcAft>
                <a:spcPts val="1200"/>
              </a:spcAft>
            </a:pPr>
          </a:p>
          <a:p>
            <a:pPr>
              <a:spcBef>
                <a:spcPts val="1800"/>
              </a:spcBef>
              <a:spcAft>
                <a:spcPts val="600"/>
              </a:spcAft>
              <a:defRPr b="1" sz="2000"/>
            </a:pPr>
            <a:r>
              <a:t>Dense Captions:</a:t>
            </a:r>
          </a:p>
          <a:p>
            <a:pPr>
              <a:spcBef>
                <a:spcPts val="600"/>
              </a:spcBef>
              <a:spcAft>
                <a:spcPts val="600"/>
              </a:spcAft>
              <a:defRPr sz="1800"/>
            </a:pPr>
            <a:r>
              <a:t>• Multiple captions for different image regions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b="1"/>
            </a:pPr>
            <a:r>
              <a:t>Real-World Use Cases</a:t>
            </a:r>
          </a:p>
        </p:txBody>
      </p:sp>
      <p:sp>
        <p:nvSpPr>
          <p:cNvPr id="3" name="Text Placeholder 2"/>
          <p:cNvSpPr>
            <a:spLocks noGrp="1"/>
          </p:cNvSpPr>
          <p:nvPr>
            <p:ph type="body" idx="10" sz="quarter"/>
          </p:nvPr>
        </p:nvSpPr>
        <p:spPr/>
        <p:txBody>
          <a:bodyPr/>
          <a:lstStyle/>
          <a:p>
            <a:pPr>
              <a:spcBef>
                <a:spcPts val="1800"/>
              </a:spcBef>
              <a:spcAft>
                <a:spcPts val="600"/>
              </a:spcAft>
              <a:defRPr b="1" sz="2000"/>
            </a:pPr>
            <a:r>
              <a:t>Accessibility:</a:t>
            </a:r>
          </a:p>
          <a:p>
            <a:pPr>
              <a:spcBef>
                <a:spcPts val="600"/>
              </a:spcBef>
              <a:spcAft>
                <a:spcPts val="600"/>
              </a:spcAft>
              <a:defRPr sz="1800"/>
            </a:pPr>
            <a:r>
              <a:t>• Screen readers for visually impaired users</a:t>
            </a:r>
          </a:p>
          <a:p>
            <a:pPr>
              <a:spcBef>
                <a:spcPts val="600"/>
              </a:spcBef>
              <a:spcAft>
                <a:spcPts val="600"/>
              </a:spcAft>
              <a:defRPr sz="1800"/>
            </a:pPr>
            <a:r>
              <a:t>• Auto-generate alt-text for websites</a:t>
            </a:r>
          </a:p>
          <a:p>
            <a:pPr>
              <a:spcAft>
                <a:spcPts val="1200"/>
              </a:spcAft>
            </a:pPr>
          </a:p>
          <a:p>
            <a:pPr>
              <a:spcBef>
                <a:spcPts val="1800"/>
              </a:spcBef>
              <a:spcAft>
                <a:spcPts val="600"/>
              </a:spcAft>
              <a:defRPr b="1" sz="2000"/>
            </a:pPr>
            <a:r>
              <a:t>Retail &amp; E-commerce:</a:t>
            </a:r>
          </a:p>
          <a:p>
            <a:pPr>
              <a:spcBef>
                <a:spcPts val="600"/>
              </a:spcBef>
              <a:spcAft>
                <a:spcPts val="600"/>
              </a:spcAft>
              <a:defRPr sz="1800"/>
            </a:pPr>
            <a:r>
              <a:t>• Product image tagging</a:t>
            </a:r>
          </a:p>
          <a:p>
            <a:pPr>
              <a:spcBef>
                <a:spcPts val="600"/>
              </a:spcBef>
              <a:spcAft>
                <a:spcPts val="600"/>
              </a:spcAft>
              <a:defRPr sz="1800"/>
            </a:pPr>
            <a:r>
              <a:t>• Visual search ("find similar items")</a:t>
            </a:r>
          </a:p>
          <a:p>
            <a:pPr>
              <a:spcAft>
                <a:spcPts val="1200"/>
              </a:spcAft>
            </a:pPr>
          </a:p>
          <a:p>
            <a:pPr>
              <a:spcBef>
                <a:spcPts val="1800"/>
              </a:spcBef>
              <a:spcAft>
                <a:spcPts val="600"/>
              </a:spcAft>
              <a:defRPr b="1" sz="2000"/>
            </a:pPr>
            <a:r>
              <a:t>Document Processing:</a:t>
            </a:r>
          </a:p>
          <a:p>
            <a:pPr>
              <a:spcBef>
                <a:spcPts val="600"/>
              </a:spcBef>
              <a:spcAft>
                <a:spcPts val="600"/>
              </a:spcAft>
              <a:defRPr sz="1800"/>
            </a:pPr>
            <a:r>
              <a:t>• Digitize paper documents</a:t>
            </a:r>
          </a:p>
          <a:p>
            <a:pPr>
              <a:spcBef>
                <a:spcPts val="600"/>
              </a:spcBef>
              <a:spcAft>
                <a:spcPts val="600"/>
              </a:spcAft>
              <a:defRPr sz="1800"/>
            </a:pPr>
            <a:r>
              <a:t>• Extract data from forms and receipts</a:t>
            </a:r>
          </a:p>
          <a:p>
            <a:pPr>
              <a:spcAft>
                <a:spcPts val="1200"/>
              </a:spcAft>
            </a:pPr>
          </a:p>
          <a:p>
            <a:pPr>
              <a:spcBef>
                <a:spcPts val="1800"/>
              </a:spcBef>
              <a:spcAft>
                <a:spcPts val="600"/>
              </a:spcAft>
              <a:defRPr b="1" sz="2000"/>
            </a:pPr>
            <a:r>
              <a:t>Security:</a:t>
            </a:r>
          </a:p>
          <a:p>
            <a:pPr>
              <a:spcBef>
                <a:spcPts val="600"/>
              </a:spcBef>
              <a:spcAft>
                <a:spcPts val="600"/>
              </a:spcAft>
              <a:defRPr sz="1800"/>
            </a:pPr>
            <a:r>
              <a:t>• Object detection in security feeds</a:t>
            </a:r>
          </a:p>
          <a:p>
            <a:pPr>
              <a:spcBef>
                <a:spcPts val="600"/>
              </a:spcBef>
              <a:spcAft>
                <a:spcPts val="600"/>
              </a:spcAft>
              <a:defRPr sz="1800"/>
            </a:pPr>
            <a:r>
              <a:t>• License plate recognition</a:t>
            </a:r>
          </a:p>
          <a:p>
            <a:pPr>
              <a:spcAft>
                <a:spcPts val="1200"/>
              </a:spcAft>
            </a:pPr>
          </a:p>
          <a:p>
            <a:pPr>
              <a:spcBef>
                <a:spcPts val="1800"/>
              </a:spcBef>
              <a:spcAft>
                <a:spcPts val="600"/>
              </a:spcAft>
              <a:defRPr b="1" sz="2000"/>
            </a:pPr>
            <a:r>
              <a:t>Social Media:</a:t>
            </a:r>
          </a:p>
          <a:p>
            <a:pPr>
              <a:spcBef>
                <a:spcPts val="600"/>
              </a:spcBef>
              <a:spcAft>
                <a:spcPts val="600"/>
              </a:spcAft>
              <a:defRPr sz="1800"/>
            </a:pPr>
            <a:r>
              <a:t>• Content moderation</a:t>
            </a:r>
          </a:p>
          <a:p>
            <a:pPr>
              <a:spcBef>
                <a:spcPts val="600"/>
              </a:spcBef>
              <a:spcAft>
                <a:spcPts val="600"/>
              </a:spcAft>
              <a:defRPr sz="1800"/>
            </a:pPr>
            <a:r>
              <a:t>• Auto-tagging photos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b="1"/>
            </a:pPr>
            <a:r>
              <a:t>What We'll Build</a:t>
            </a:r>
          </a:p>
        </p:txBody>
      </p:sp>
      <p:sp>
        <p:nvSpPr>
          <p:cNvPr id="3" name="Text Placeholder 2"/>
          <p:cNvSpPr>
            <a:spLocks noGrp="1"/>
          </p:cNvSpPr>
          <p:nvPr>
            <p:ph type="body" idx="10" sz="quarter"/>
          </p:nvPr>
        </p:nvSpPr>
        <p:spPr/>
        <p:txBody>
          <a:bodyPr/>
          <a:lstStyle/>
          <a:p>
            <a:pPr>
              <a:spcBef>
                <a:spcPts val="1800"/>
              </a:spcBef>
              <a:spcAft>
                <a:spcPts val="600"/>
              </a:spcAft>
              <a:defRPr b="1" sz="2000"/>
            </a:pPr>
            <a:r>
              <a:t>A Streamlit web app that:</a:t>
            </a:r>
          </a:p>
          <a:p>
            <a:pPr>
              <a:spcAft>
                <a:spcPts val="1200"/>
              </a:spcAft>
            </a:pPr>
          </a:p>
          <a:p>
            <a:pPr>
              <a:spcBef>
                <a:spcPts val="600"/>
              </a:spcBef>
              <a:spcAft>
                <a:spcPts val="600"/>
              </a:spcAft>
              <a:defRPr sz="1800"/>
            </a:pPr>
            <a:r>
              <a:t>• Accepts image upload or URL</a:t>
            </a:r>
          </a:p>
          <a:p>
            <a:pPr>
              <a:spcBef>
                <a:spcPts val="600"/>
              </a:spcBef>
              <a:spcAft>
                <a:spcPts val="600"/>
              </a:spcAft>
              <a:defRPr sz="1800"/>
            </a:pPr>
            <a:r>
              <a:t>• Sends image to Azure AI Vision API</a:t>
            </a:r>
          </a:p>
          <a:p>
            <a:pPr>
              <a:spcBef>
                <a:spcPts val="600"/>
              </a:spcBef>
              <a:spcAft>
                <a:spcPts val="600"/>
              </a:spcAft>
              <a:defRPr sz="1800"/>
            </a:pPr>
            <a:r>
              <a:t>• Displays AI-powered results</a:t>
            </a:r>
          </a:p>
          <a:p>
            <a:pPr>
              <a:spcAft>
                <a:spcPts val="1200"/>
              </a:spcAft>
            </a:pPr>
          </a:p>
          <a:p>
            <a:pPr>
              <a:spcBef>
                <a:spcPts val="1800"/>
              </a:spcBef>
              <a:spcAft>
                <a:spcPts val="600"/>
              </a:spcAft>
              <a:defRPr b="1" sz="2000"/>
            </a:pPr>
            <a:r>
              <a:t>Features we'll implement:</a:t>
            </a:r>
          </a:p>
          <a:p>
            <a:pPr>
              <a:spcBef>
                <a:spcPts val="600"/>
              </a:spcBef>
              <a:spcAft>
                <a:spcPts val="600"/>
              </a:spcAft>
              <a:defRPr sz="1800"/>
            </a:pPr>
            <a:r>
              <a:t>• Generated caption describing the image</a:t>
            </a:r>
          </a:p>
          <a:p>
            <a:pPr>
              <a:spcBef>
                <a:spcPts val="600"/>
              </a:spcBef>
              <a:spcAft>
                <a:spcPts val="600"/>
              </a:spcAft>
              <a:defRPr sz="1800"/>
            </a:pPr>
            <a:r>
              <a:t>• Detected objects with bounding boxes</a:t>
            </a:r>
          </a:p>
          <a:p>
            <a:pPr>
              <a:spcBef>
                <a:spcPts val="600"/>
              </a:spcBef>
              <a:spcAft>
                <a:spcPts val="600"/>
              </a:spcAft>
              <a:defRPr sz="1800"/>
            </a:pPr>
            <a:r>
              <a:t>• Extracted text (OCR)</a:t>
            </a:r>
          </a:p>
          <a:p>
            <a:pPr>
              <a:spcBef>
                <a:spcPts val="600"/>
              </a:spcBef>
              <a:spcAft>
                <a:spcPts val="600"/>
              </a:spcAft>
              <a:defRPr sz="1800"/>
            </a:pPr>
            <a:r>
              <a:t>• Smart tags and keywords</a:t>
            </a:r>
          </a:p>
          <a:p>
            <a:pPr>
              <a:spcAft>
                <a:spcPts val="1200"/>
              </a:spcAft>
            </a:pPr>
          </a:p>
          <a:p>
            <a:pPr>
              <a:spcBef>
                <a:spcPts val="1800"/>
              </a:spcBef>
              <a:spcAft>
                <a:spcPts val="600"/>
              </a:spcAft>
              <a:defRPr b="1" sz="2000"/>
            </a:pPr>
            <a:r>
              <a:t>Tech Stack:</a:t>
            </a:r>
          </a:p>
          <a:p>
            <a:pPr>
              <a:spcBef>
                <a:spcPts val="600"/>
              </a:spcBef>
              <a:spcAft>
                <a:spcPts val="600"/>
              </a:spcAft>
              <a:defRPr sz="1800"/>
            </a:pPr>
            <a:r>
              <a:t>• Python 3.10+</a:t>
            </a:r>
          </a:p>
          <a:p>
            <a:pPr>
              <a:spcBef>
                <a:spcPts val="600"/>
              </a:spcBef>
              <a:spcAft>
                <a:spcPts val="600"/>
              </a:spcAft>
              <a:defRPr sz="1800"/>
            </a:pPr>
            <a:r>
              <a:t>• Streamlit (Web UI)</a:t>
            </a:r>
          </a:p>
          <a:p>
            <a:pPr>
              <a:spcBef>
                <a:spcPts val="600"/>
              </a:spcBef>
              <a:spcAft>
                <a:spcPts val="600"/>
              </a:spcAft>
              <a:defRPr sz="1800"/>
            </a:pPr>
            <a:r>
              <a:t>• Azure AI Vision REST API</a:t>
            </a:r>
          </a:p>
          <a:p>
            <a:pPr>
              <a:spcBef>
                <a:spcPts val="600"/>
              </a:spcBef>
              <a:spcAft>
                <a:spcPts val="600"/>
              </a:spcAft>
              <a:defRPr sz="1800"/>
            </a:pPr>
            <a:r>
              <a:t>• About 50 lines of code!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b="1"/>
            </a:pPr>
            <a:r>
              <a:t>Demo Time!</a:t>
            </a:r>
          </a:p>
        </p:txBody>
      </p:sp>
      <p:sp>
        <p:nvSpPr>
          <p:cNvPr id="3" name="Text Placeholder 2"/>
          <p:cNvSpPr>
            <a:spLocks noGrp="1"/>
          </p:cNvSpPr>
          <p:nvPr>
            <p:ph type="body" idx="12" sz="quarter"/>
          </p:nvPr>
        </p:nvSpPr>
        <p:spPr/>
        <p:txBody>
          <a:bodyPr/>
          <a:lstStyle/>
          <a:p>
            <a:pPr>
              <a:defRPr sz="2400"/>
            </a:pPr>
            <a:r>
              <a:t>Let's build it live!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b="1"/>
            </a:pPr>
            <a:r>
              <a:t>Resources &amp; Next Steps</a:t>
            </a:r>
          </a:p>
        </p:txBody>
      </p:sp>
      <p:sp>
        <p:nvSpPr>
          <p:cNvPr id="3" name="Text Placeholder 2"/>
          <p:cNvSpPr>
            <a:spLocks noGrp="1"/>
          </p:cNvSpPr>
          <p:nvPr>
            <p:ph type="body" idx="10" sz="quarter"/>
          </p:nvPr>
        </p:nvSpPr>
        <p:spPr/>
        <p:txBody>
          <a:bodyPr/>
          <a:lstStyle/>
          <a:p>
            <a:pPr>
              <a:spcBef>
                <a:spcPts val="1800"/>
              </a:spcBef>
              <a:spcAft>
                <a:spcPts val="600"/>
              </a:spcAft>
              <a:defRPr b="1" sz="2000"/>
            </a:pPr>
            <a:r>
              <a:t>Official Documentation:</a:t>
            </a:r>
          </a:p>
          <a:p>
            <a:pPr>
              <a:spcBef>
                <a:spcPts val="600"/>
              </a:spcBef>
              <a:spcAft>
                <a:spcPts val="600"/>
              </a:spcAft>
              <a:defRPr sz="1800"/>
            </a:pPr>
            <a:r>
              <a:t>• learn.microsoft.com/azure/ai-services/computer-vision/</a:t>
            </a:r>
          </a:p>
          <a:p>
            <a:pPr>
              <a:spcAft>
                <a:spcPts val="1200"/>
              </a:spcAft>
            </a:pPr>
          </a:p>
          <a:p>
            <a:pPr>
              <a:spcBef>
                <a:spcPts val="1800"/>
              </a:spcBef>
              <a:spcAft>
                <a:spcPts val="600"/>
              </a:spcAft>
              <a:defRPr b="1" sz="2000"/>
            </a:pPr>
            <a:r>
              <a:t>Microsoft Learn Path:</a:t>
            </a:r>
          </a:p>
          <a:p>
            <a:pPr>
              <a:spcBef>
                <a:spcPts val="600"/>
              </a:spcBef>
              <a:spcAft>
                <a:spcPts val="600"/>
              </a:spcAft>
              <a:defRPr sz="1800"/>
            </a:pPr>
            <a:r>
              <a:t>• learn.microsoft.com/training/paths/create-computer-vision-solutions-azure-ai/</a:t>
            </a:r>
          </a:p>
          <a:p>
            <a:pPr>
              <a:spcAft>
                <a:spcPts val="1200"/>
              </a:spcAft>
            </a:pPr>
          </a:p>
          <a:p>
            <a:pPr>
              <a:spcBef>
                <a:spcPts val="1800"/>
              </a:spcBef>
              <a:spcAft>
                <a:spcPts val="600"/>
              </a:spcAft>
              <a:defRPr b="1" sz="2000"/>
            </a:pPr>
            <a:r>
              <a:t>Certifications:</a:t>
            </a:r>
          </a:p>
          <a:p>
            <a:pPr>
              <a:spcBef>
                <a:spcPts val="600"/>
              </a:spcBef>
              <a:spcAft>
                <a:spcPts val="600"/>
              </a:spcAft>
              <a:defRPr sz="1800"/>
            </a:pPr>
            <a:r>
              <a:t>• AI-102: Azure AI Engineer Associate</a:t>
            </a:r>
          </a:p>
          <a:p>
            <a:pPr>
              <a:spcBef>
                <a:spcPts val="600"/>
              </a:spcBef>
              <a:spcAft>
                <a:spcPts val="600"/>
              </a:spcAft>
              <a:defRPr sz="1800"/>
            </a:pPr>
            <a:r>
              <a:t>• AI-900: Azure AI Fundamentals</a:t>
            </a:r>
          </a:p>
          <a:p>
            <a:pPr>
              <a:spcAft>
                <a:spcPts val="1200"/>
              </a:spcAft>
            </a:pPr>
          </a:p>
          <a:p>
            <a:pPr>
              <a:spcBef>
                <a:spcPts val="1800"/>
              </a:spcBef>
              <a:spcAft>
                <a:spcPts val="600"/>
              </a:spcAft>
              <a:defRPr b="1" sz="2000"/>
            </a:pPr>
            <a:r>
              <a:t>Code from Today:</a:t>
            </a:r>
          </a:p>
          <a:p>
            <a:pPr>
              <a:spcBef>
                <a:spcPts val="600"/>
              </a:spcBef>
              <a:spcAft>
                <a:spcPts val="600"/>
              </a:spcAft>
              <a:defRPr sz="1800"/>
            </a:pPr>
            <a:r>
              <a:t>• github.com/jainal09/azure-ai-vision-workshop</a:t>
            </a:r>
          </a:p>
          <a:p>
            <a:pPr>
              <a:spcAft>
                <a:spcPts val="1200"/>
              </a:spcAft>
            </a:pPr>
          </a:p>
          <a:p>
            <a:pPr>
              <a:spcBef>
                <a:spcPts val="1800"/>
              </a:spcBef>
              <a:spcAft>
                <a:spcPts val="600"/>
              </a:spcAft>
              <a:defRPr b="1" sz="2000"/>
            </a:pPr>
            <a:r>
              <a:t>Connect with Me:</a:t>
            </a:r>
          </a:p>
          <a:p>
            <a:pPr>
              <a:spcBef>
                <a:spcPts val="600"/>
              </a:spcBef>
              <a:spcAft>
                <a:spcPts val="600"/>
              </a:spcAft>
              <a:defRPr sz="1800"/>
            </a:pPr>
            <a:r>
              <a:t>• linkedin.com/in/jainal-gosaliya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b="1"/>
            </a:pPr>
            <a:r>
              <a:t>Q&amp;A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b="1"/>
            </a:pPr>
            <a:r>
              <a:t>Thank You!</a:t>
            </a:r>
          </a:p>
        </p:txBody>
      </p:sp>
    </p:spTree>
  </p:cSld>
  <p:clrMapOvr>
    <a:masterClrMapping/>
  </p:clrMapOvr>
</p:sld>
</file>

<file path=ppt/theme/theme1.xml><?xml version="1.0" encoding="utf-8"?>
<a:theme xmlns:a="http://schemas.openxmlformats.org/drawingml/2006/main" name="WHITE TEMPLATE">
  <a:themeElements>
    <a:clrScheme name="Student Ambassador_2021">
      <a:dk1>
        <a:srgbClr val="000000"/>
      </a:dk1>
      <a:lt1>
        <a:srgbClr val="FFFFFF"/>
      </a:lt1>
      <a:dk2>
        <a:srgbClr val="2F2F2F"/>
      </a:dk2>
      <a:lt2>
        <a:srgbClr val="E6E6E6"/>
      </a:lt2>
      <a:accent1>
        <a:srgbClr val="0078D4"/>
      </a:accent1>
      <a:accent2>
        <a:srgbClr val="5C2D91"/>
      </a:accent2>
      <a:accent3>
        <a:srgbClr val="50E6FF"/>
      </a:accent3>
      <a:accent4>
        <a:srgbClr val="D59DFF"/>
      </a:accent4>
      <a:accent5>
        <a:srgbClr val="2F2F2F"/>
      </a:accent5>
      <a:accent6>
        <a:srgbClr val="E6E6E6"/>
      </a:accent6>
      <a:hlink>
        <a:srgbClr val="0078D4"/>
      </a:hlink>
      <a:folHlink>
        <a:srgbClr val="0078D4"/>
      </a:folHlink>
    </a:clrScheme>
    <a:fontScheme name="Segoe UI Semibold - Segoe UI">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2" id="{060840F4-8442-4154-AE03-05700860E1B6}" vid="{2CA35654-AA95-4EAF-8C1E-008A884F020F}"/>
    </a:ext>
  </a:extLst>
</a:theme>
</file>

<file path=ppt/theme/theme2.xml><?xml version="1.0" encoding="utf-8"?>
<a:theme xmlns:a="http://schemas.openxmlformats.org/drawingml/2006/main" name="SOFT BLACK TEMPLATE">
  <a:themeElements>
    <a:clrScheme name="Student Ambassador_2021">
      <a:dk1>
        <a:srgbClr val="000000"/>
      </a:dk1>
      <a:lt1>
        <a:srgbClr val="FFFFFF"/>
      </a:lt1>
      <a:dk2>
        <a:srgbClr val="2F2F2F"/>
      </a:dk2>
      <a:lt2>
        <a:srgbClr val="E6E6E6"/>
      </a:lt2>
      <a:accent1>
        <a:srgbClr val="0078D4"/>
      </a:accent1>
      <a:accent2>
        <a:srgbClr val="5C2D91"/>
      </a:accent2>
      <a:accent3>
        <a:srgbClr val="50E6FF"/>
      </a:accent3>
      <a:accent4>
        <a:srgbClr val="D59DFF"/>
      </a:accent4>
      <a:accent5>
        <a:srgbClr val="2F2F2F"/>
      </a:accent5>
      <a:accent6>
        <a:srgbClr val="E6E6E6"/>
      </a:accent6>
      <a:hlink>
        <a:srgbClr val="0078D4"/>
      </a:hlink>
      <a:folHlink>
        <a:srgbClr val="0078D4"/>
      </a:folHlink>
    </a:clrScheme>
    <a:fontScheme name="Segoe UI Semibold - Segoe UI">
      <a:majorFont>
        <a:latin typeface="Segoe UI Semibold"/>
        <a:ea typeface=""/>
        <a:cs typeface=""/>
      </a:majorFont>
      <a:minorFont>
        <a:latin typeface="Segoe UI"/>
        <a:ea typeface=""/>
        <a:cs typeface=""/>
      </a:minorFont>
    </a:fontScheme>
    <a:fmtScheme name="Couture">
      <a:fillStyleLst>
        <a:solidFill>
          <a:schemeClr val="phClr"/>
        </a:solidFill>
        <a:solidFill>
          <a:schemeClr val="phClr">
            <a:tint val="65000"/>
          </a:schemeClr>
        </a:solidFill>
        <a:solidFill>
          <a:schemeClr val="phClr">
            <a:shade val="80000"/>
            <a:satMod val="180000"/>
          </a:schemeClr>
        </a:solidFill>
      </a:fillStyleLst>
      <a:lnStyleLst>
        <a:ln w="9525" cap="flat" cmpd="sng" algn="ctr">
          <a:solidFill>
            <a:schemeClr val="phClr"/>
          </a:solidFill>
          <a:prstDash val="solid"/>
        </a:ln>
        <a:ln w="10795" cap="flat" cmpd="sng" algn="ctr">
          <a:solidFill>
            <a:schemeClr val="phClr"/>
          </a:solidFill>
          <a:prstDash val="solid"/>
        </a:ln>
        <a:ln w="17145" cap="flat" cmpd="sng" algn="ctr">
          <a:solidFill>
            <a:schemeClr val="phClr">
              <a:shade val="95000"/>
              <a:alpha val="50000"/>
              <a:satMod val="150000"/>
            </a:schemeClr>
          </a:solidFill>
          <a:prstDash val="solid"/>
        </a:ln>
      </a:lnStyleLst>
      <a:effectStyleLst>
        <a:effectStyle>
          <a:effectLst/>
        </a:effectStyle>
        <a:effectStyle>
          <a:effectLst/>
        </a:effectStyle>
        <a:effectStyle>
          <a:effectLst>
            <a:outerShdw blurRad="44450" dist="13970" dir="5400000" algn="ctr" rotWithShape="0">
              <a:srgbClr val="000000">
                <a:alpha val="45000"/>
              </a:srgbClr>
            </a:outerShdw>
          </a:effectLst>
          <a:scene3d>
            <a:camera prst="orthographicFront">
              <a:rot lat="0" lon="0" rev="0"/>
            </a:camera>
            <a:lightRig rig="twoPt" dir="tl"/>
          </a:scene3d>
          <a:sp3d prstMaterial="flat">
            <a:bevelT w="19050" h="31750" prst="coolSlant"/>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a:noFill/>
          <a:headEnd type="none" w="med" len="med"/>
          <a:tailEnd type="none" w="med" len="med"/>
        </a:ln>
        <a:effectLst/>
      </a:spPr>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defPPr algn="l" defTabSz="932472" fontAlgn="base">
          <a:spcBef>
            <a:spcPct val="0"/>
          </a:spcBef>
          <a:spcAft>
            <a:spcPct val="0"/>
          </a:spcAft>
          <a:defRPr sz="2000" dirty="0" err="1" smtClean="0">
            <a:gradFill>
              <a:gsLst>
                <a:gs pos="0">
                  <a:srgbClr val="FFFFFF"/>
                </a:gs>
                <a:gs pos="100000">
                  <a:srgbClr val="FFFFFF"/>
                </a:gs>
              </a:gsLst>
              <a:lin ang="5400000" scaled="0"/>
            </a:gradFill>
            <a:ea typeface="Segoe UI" pitchFamily="34" charset="0"/>
            <a:cs typeface="Segoe UI" pitchFamily="34" charset="0"/>
          </a:defRPr>
        </a:defPPr>
      </a:lstStyle>
      <a:style>
        <a:lnRef idx="1">
          <a:schemeClr val="accent2"/>
        </a:lnRef>
        <a:fillRef idx="3">
          <a:schemeClr val="accent2"/>
        </a:fillRef>
        <a:effectRef idx="2">
          <a:schemeClr val="accent2"/>
        </a:effectRef>
        <a:fontRef idx="minor">
          <a:schemeClr val="lt1"/>
        </a:fontRef>
      </a:style>
    </a:spDef>
    <a:lnDef>
      <a:spPr>
        <a:ln>
          <a:solidFill>
            <a:schemeClr val="tx1"/>
          </a:solidFill>
          <a:headEnd type="none" w="lg" len="med"/>
          <a:tailEnd type="none" w="lg" len="med"/>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lgn="l">
          <a:defRPr sz="2000" dirty="0" err="1" smtClean="0">
            <a:gradFill>
              <a:gsLst>
                <a:gs pos="2917">
                  <a:schemeClr val="tx1"/>
                </a:gs>
                <a:gs pos="30000">
                  <a:schemeClr val="tx1"/>
                </a:gs>
              </a:gsLst>
              <a:lin ang="5400000" scaled="0"/>
            </a:gradFill>
          </a:defRPr>
        </a:defPPr>
      </a:lstStyle>
    </a:txDef>
  </a:objectDefaults>
  <a:extraClrSchemeLst/>
  <a:extLst>
    <a:ext uri="{05A4C25C-085E-4340-85A3-A5531E510DB2}">
      <thm15:themeFamily xmlns:thm15="http://schemas.microsoft.com/office/thememl/2012/main" name="Presentation2" id="{060840F4-8442-4154-AE03-05700860E1B6}" vid="{5909D274-6178-43D8-BFA6-D91DA2D00060}"/>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SharedWithUsers xmlns="211ea7d1-7d09-49a0-8c96-644562ad20a0">
      <UserInfo>
        <DisplayName>Steve Crawford (Collabera)</DisplayName>
        <AccountId>772</AccountId>
        <AccountType/>
      </UserInfo>
    </SharedWithUsers>
    <lcf76f155ced4ddcb4097134ff3c332f xmlns="b38ad2e8-7385-42ac-a943-76e9ea801cf0">
      <Terms xmlns="http://schemas.microsoft.com/office/infopath/2007/PartnerControls"/>
    </lcf76f155ced4ddcb4097134ff3c332f>
    <TaxCatchAll xmlns="211ea7d1-7d09-49a0-8c96-644562ad20a0" xsi:nil="true"/>
    <MediaLengthInSeconds xmlns="b38ad2e8-7385-42ac-a943-76e9ea801cf0"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0B4391967ADFE8469D6C015465AD315E" ma:contentTypeVersion="15" ma:contentTypeDescription="Create a new document." ma:contentTypeScope="" ma:versionID="76fd0cb1433b6b795f79a99bcf638f94">
  <xsd:schema xmlns:xsd="http://www.w3.org/2001/XMLSchema" xmlns:xs="http://www.w3.org/2001/XMLSchema" xmlns:p="http://schemas.microsoft.com/office/2006/metadata/properties" xmlns:ns2="b38ad2e8-7385-42ac-a943-76e9ea801cf0" xmlns:ns3="211ea7d1-7d09-49a0-8c96-644562ad20a0" targetNamespace="http://schemas.microsoft.com/office/2006/metadata/properties" ma:root="true" ma:fieldsID="cc1a838bf31f1e772520fd3ce2d1ad1f" ns2:_="" ns3:_="">
    <xsd:import namespace="b38ad2e8-7385-42ac-a943-76e9ea801cf0"/>
    <xsd:import namespace="211ea7d1-7d09-49a0-8c96-644562ad20a0"/>
    <xsd:element name="properties">
      <xsd:complexType>
        <xsd:sequence>
          <xsd:element name="documentManagement">
            <xsd:complexType>
              <xsd:all>
                <xsd:element ref="ns2:MediaServiceMetadata" minOccurs="0"/>
                <xsd:element ref="ns2:MediaServiceFastMetadata" minOccurs="0"/>
                <xsd:element ref="ns2:MediaServiceDateTaken" minOccurs="0"/>
                <xsd:element ref="ns2:MediaLengthInSeconds" minOccurs="0"/>
                <xsd:element ref="ns3:SharedWithUsers" minOccurs="0"/>
                <xsd:element ref="ns3:SharedWithDetails" minOccurs="0"/>
                <xsd:element ref="ns2:MediaServiceObjectDetectorVersions" minOccurs="0"/>
                <xsd:element ref="ns2:MediaServiceGenerationTime" minOccurs="0"/>
                <xsd:element ref="ns2:MediaServiceEventHashCode" minOccurs="0"/>
                <xsd:element ref="ns2:MediaServiceSearchProperties" minOccurs="0"/>
                <xsd:element ref="ns2:MediaServiceBillingMetadata" minOccurs="0"/>
                <xsd:element ref="ns2:lcf76f155ced4ddcb4097134ff3c332f" minOccurs="0"/>
                <xsd:element ref="ns3:TaxCatchAll"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38ad2e8-7385-42ac-a943-76e9ea801cf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LengthInSeconds" ma:index="11"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SearchProperties" ma:index="17" nillable="true" ma:displayName="MediaServiceSearchProperties" ma:hidden="true" ma:internalName="MediaServiceSearchProperties" ma:readOnly="true">
      <xsd:simpleType>
        <xsd:restriction base="dms:Note"/>
      </xsd:simpleType>
    </xsd:element>
    <xsd:element name="MediaServiceBillingMetadata" ma:index="18" nillable="true" ma:displayName="MediaServiceBillingMetadata" ma:hidden="true" ma:internalName="MediaServiceBillingMetadata" ma:readOnly="true">
      <xsd:simpleType>
        <xsd:restriction base="dms:Note"/>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1472b233-b75e-480f-895d-2146ed98f06a" ma:termSetId="09814cd3-568e-fe90-9814-8d621ff8fb84" ma:anchorId="fba54fb3-c3e1-fe81-a776-ca4b69148c4d" ma:open="true" ma:isKeyword="false">
      <xsd:complexType>
        <xsd:sequence>
          <xsd:element ref="pc:Terms" minOccurs="0" maxOccurs="1"/>
        </xsd:sequence>
      </xsd:complexType>
    </xsd:element>
    <xsd:element name="MediaServiceOCR" ma:index="22"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11ea7d1-7d09-49a0-8c96-644562ad20a0"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6cd28537-066f-45e0-9d5d-92c5d9db2510}" ma:internalName="TaxCatchAll" ma:showField="CatchAllData" ma:web="211ea7d1-7d09-49a0-8c96-644562ad20a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758FDAC0-319D-4A54-8D8E-1D42CB1F8004}">
  <ds:schemaRefs>
    <ds:schemaRef ds:uri="http://schemas.microsoft.com/sharepoint/v3/contenttype/forms"/>
  </ds:schemaRefs>
</ds:datastoreItem>
</file>

<file path=customXml/itemProps2.xml><?xml version="1.0" encoding="utf-8"?>
<ds:datastoreItem xmlns:ds="http://schemas.openxmlformats.org/officeDocument/2006/customXml" ds:itemID="{F990F116-B58F-4255-B05B-DA3808E0E5C6}">
  <ds:schemaRefs>
    <ds:schemaRef ds:uri="211ea7d1-7d09-49a0-8c96-644562ad20a0"/>
    <ds:schemaRef ds:uri="b38ad2e8-7385-42ac-a943-76e9ea801cf0"/>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5D94F210-A894-4561-8C89-A2786083C100}">
  <ds:schemaRefs>
    <ds:schemaRef ds:uri="211ea7d1-7d09-49a0-8c96-644562ad20a0"/>
    <ds:schemaRef ds:uri="b38ad2e8-7385-42ac-a943-76e9ea801cf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1a19d03a-48bc-4359-8038-5b5f6d5847c3}" enabled="1" method="Standard" siteId="{72f988bf-86f1-41af-91ab-2d7cd011db47}" removed="0"/>
</clbl:labelList>
</file>

<file path=docProps/app.xml><?xml version="1.0" encoding="utf-8"?>
<Properties xmlns="http://schemas.openxmlformats.org/officeDocument/2006/extended-properties" xmlns:vt="http://schemas.openxmlformats.org/officeDocument/2006/docPropsVTypes">
  <Template>WHITE TEMPLATE</Template>
  <TotalTime>0</TotalTime>
  <Words>1351</Words>
  <Application>Microsoft Macintosh PowerPoint</Application>
  <PresentationFormat>Widescreen</PresentationFormat>
  <Paragraphs>152</Paragraphs>
  <Slides>18</Slides>
  <Notes>17</Notes>
  <HiddenSlides>1</HiddenSlides>
  <MMClips>0</MMClips>
  <ScaleCrop>false</ScaleCrop>
  <HeadingPairs>
    <vt:vector size="6" baseType="variant">
      <vt:variant>
        <vt:lpstr>Fonts Used</vt:lpstr>
      </vt:variant>
      <vt:variant>
        <vt:i4>7</vt:i4>
      </vt:variant>
      <vt:variant>
        <vt:lpstr>Theme</vt:lpstr>
      </vt:variant>
      <vt:variant>
        <vt:i4>2</vt:i4>
      </vt:variant>
      <vt:variant>
        <vt:lpstr>Slide Titles</vt:lpstr>
      </vt:variant>
      <vt:variant>
        <vt:i4>18</vt:i4>
      </vt:variant>
    </vt:vector>
  </HeadingPairs>
  <TitlesOfParts>
    <vt:vector size="27" baseType="lpstr">
      <vt:lpstr>Arial</vt:lpstr>
      <vt:lpstr>Consolas</vt:lpstr>
      <vt:lpstr>Segoe UI</vt:lpstr>
      <vt:lpstr>Segoe UI Light</vt:lpstr>
      <vt:lpstr>Segoe UI Semibold</vt:lpstr>
      <vt:lpstr>Segoe UI Semilight</vt:lpstr>
      <vt:lpstr>Wingdings</vt:lpstr>
      <vt:lpstr>WHITE TEMPLATE</vt:lpstr>
      <vt:lpstr>SOFT BLACK TEMPLATE</vt:lpstr>
      <vt:lpstr>PowerPoint Presentation</vt:lpstr>
      <vt:lpstr>PowerPoint Presentation</vt:lpstr>
      <vt:lpstr>Event name or presentation title</vt:lpstr>
      <vt:lpstr>Event name or presentation title</vt:lpstr>
      <vt:lpstr>Text layout (without bullet points)</vt:lpstr>
      <vt:lpstr>Text layout with bulleted text</vt:lpstr>
      <vt:lpstr>Text layout with bulleted text</vt:lpstr>
      <vt:lpstr>Example with longer headline text wrapping to a second line</vt:lpstr>
      <vt:lpstr>Adjusting list levels</vt:lpstr>
      <vt:lpstr>Bullet points layout with subtitle Set the subtitle to 20pt in the same text block, with character spacing Normal</vt:lpstr>
      <vt:lpstr>Slide palette info</vt:lpstr>
      <vt:lpstr>Creating accessible content</vt:lpstr>
      <vt:lpstr>Demo</vt:lpstr>
      <vt:lpstr>Video</vt:lpstr>
      <vt:lpstr>Section title</vt:lpstr>
      <vt:lpstr>Software code slide</vt:lpstr>
      <vt:lpstr>Notes (hidden)</vt:lpstr>
      <vt:lpstr>PowerPoint Presentation</vt:lpstr>
    </vt:vector>
  </TitlesOfParts>
  <Manager>&lt;Comms manager name here&gt;</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Event name or  presentation title</dc:title>
  <dc:subject>MSP Program</dc:subject>
  <dc:creator>"Heidi Laverty" &lt;heidi@mindseyepdx.com&gt;</dc:creator>
  <cp:keywords/>
  <dc:description/>
  <cp:lastModifiedBy>Jainal Gosaliya</cp:lastModifiedBy>
  <cp:revision>3</cp:revision>
  <dcterms:created xsi:type="dcterms:W3CDTF">2019-03-28T18:40:02Z</dcterms:created>
  <dcterms:modified xsi:type="dcterms:W3CDTF">2025-12-28T19:04:45Z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0x0101000B4391967ADFE8469D6C015465AD315E</vt:lpwstr>
  </property>
  <property fmtid="{D5CDD505-2E9C-101B-9397-08002B2CF9AE}" pid="3" name="Product">
    <vt:lpwstr/>
  </property>
  <property fmtid="{D5CDD505-2E9C-101B-9397-08002B2CF9AE}" pid="4" name="Event1">
    <vt:lpwstr>622;#Unassigned|2c8af875-f38a-40b8-a0a9-056aed3fc8c0</vt:lpwstr>
  </property>
  <property fmtid="{D5CDD505-2E9C-101B-9397-08002B2CF9AE}" pid="5" name="Audience">
    <vt:lpwstr/>
  </property>
  <property fmtid="{D5CDD505-2E9C-101B-9397-08002B2CF9AE}" pid="6" name="Event Venue">
    <vt:lpwstr/>
  </property>
  <property fmtid="{D5CDD505-2E9C-101B-9397-08002B2CF9AE}" pid="7" name="Track">
    <vt:lpwstr/>
  </property>
  <property fmtid="{D5CDD505-2E9C-101B-9397-08002B2CF9AE}" pid="8" name="Event Location">
    <vt:lpwstr/>
  </property>
  <property fmtid="{D5CDD505-2E9C-101B-9397-08002B2CF9AE}" pid="9" name="Campaign">
    <vt:lpwstr/>
  </property>
  <property fmtid="{D5CDD505-2E9C-101B-9397-08002B2CF9AE}" pid="10" name="IsMyDocuments">
    <vt:bool>true</vt:bool>
  </property>
  <property fmtid="{D5CDD505-2E9C-101B-9397-08002B2CF9AE}" pid="11" name="MSIP_Label_f42aa342-8706-4288-bd11-ebb85995028c_Enabled">
    <vt:lpwstr>True</vt:lpwstr>
  </property>
  <property fmtid="{D5CDD505-2E9C-101B-9397-08002B2CF9AE}" pid="12" name="MSIP_Label_f42aa342-8706-4288-bd11-ebb85995028c_SiteId">
    <vt:lpwstr>72f988bf-86f1-41af-91ab-2d7cd011db47</vt:lpwstr>
  </property>
  <property fmtid="{D5CDD505-2E9C-101B-9397-08002B2CF9AE}" pid="13" name="MSIP_Label_f42aa342-8706-4288-bd11-ebb85995028c_Ref">
    <vt:lpwstr>https://api.informationprotection.azure.com/api/72f988bf-86f1-41af-91ab-2d7cd011db47</vt:lpwstr>
  </property>
  <property fmtid="{D5CDD505-2E9C-101B-9397-08002B2CF9AE}" pid="14" name="MSIP_Label_f42aa342-8706-4288-bd11-ebb85995028c_Owner">
    <vt:lpwstr>maryfj@microsoft.com</vt:lpwstr>
  </property>
  <property fmtid="{D5CDD505-2E9C-101B-9397-08002B2CF9AE}" pid="15" name="MSIP_Label_f42aa342-8706-4288-bd11-ebb85995028c_SetDate">
    <vt:lpwstr>2017-08-29T14:27:20.8568347-07:00</vt:lpwstr>
  </property>
  <property fmtid="{D5CDD505-2E9C-101B-9397-08002B2CF9AE}" pid="16" name="MSIP_Label_f42aa342-8706-4288-bd11-ebb85995028c_Name">
    <vt:lpwstr>General</vt:lpwstr>
  </property>
  <property fmtid="{D5CDD505-2E9C-101B-9397-08002B2CF9AE}" pid="17" name="MSIP_Label_f42aa342-8706-4288-bd11-ebb85995028c_Application">
    <vt:lpwstr>Microsoft Azure Information Protection</vt:lpwstr>
  </property>
  <property fmtid="{D5CDD505-2E9C-101B-9397-08002B2CF9AE}" pid="18" name="MSIP_Label_f42aa342-8706-4288-bd11-ebb85995028c_Extended_MSFT_Method">
    <vt:lpwstr>Automatic</vt:lpwstr>
  </property>
  <property fmtid="{D5CDD505-2E9C-101B-9397-08002B2CF9AE}" pid="19" name="Sensitivity">
    <vt:lpwstr>General</vt:lpwstr>
  </property>
  <property fmtid="{D5CDD505-2E9C-101B-9397-08002B2CF9AE}" pid="20" name="MediaServiceImageTags">
    <vt:lpwstr/>
  </property>
  <property fmtid="{D5CDD505-2E9C-101B-9397-08002B2CF9AE}" pid="21" name="Order">
    <vt:r8>728100</vt:r8>
  </property>
  <property fmtid="{D5CDD505-2E9C-101B-9397-08002B2CF9AE}" pid="22" name="xd_ProgID">
    <vt:lpwstr/>
  </property>
  <property fmtid="{D5CDD505-2E9C-101B-9397-08002B2CF9AE}" pid="23" name="ComplianceAssetId">
    <vt:lpwstr/>
  </property>
  <property fmtid="{D5CDD505-2E9C-101B-9397-08002B2CF9AE}" pid="24" name="TemplateUrl">
    <vt:lpwstr/>
  </property>
  <property fmtid="{D5CDD505-2E9C-101B-9397-08002B2CF9AE}" pid="25" name="_ExtendedDescription">
    <vt:lpwstr/>
  </property>
  <property fmtid="{D5CDD505-2E9C-101B-9397-08002B2CF9AE}" pid="26" name="TriggerFlowInfo">
    <vt:lpwstr/>
  </property>
  <property fmtid="{D5CDD505-2E9C-101B-9397-08002B2CF9AE}" pid="27" name="xd_Signature">
    <vt:bool>false</vt:bool>
  </property>
</Properties>
</file>