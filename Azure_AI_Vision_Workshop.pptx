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29" r:id="rId4"/>
    <p:sldMasterId id="2147484642" r:id="rId5"/>
  </p:sldMasterIdLst>
  <p:notesMasterIdLst>
    <p:notesMasterId r:id="rId23"/>
  </p:notesMasterIdLst>
  <p:handoutMasterIdLst>
    <p:handoutMasterId r:id="rId24"/>
  </p:handoutMasterIdLst>
  <p:sldIdLst>
    <p:sldId id="1862" r:id="rId6"/>
    <p:sldId id="1863" r:id="rId7"/>
    <p:sldId id="1864" r:id="rId8"/>
    <p:sldId id="1865" r:id="rId9"/>
    <p:sldId id="1866" r:id="rId10"/>
    <p:sldId id="1867" r:id="rId11"/>
    <p:sldId id="1868" r:id="rId12"/>
    <p:sldId id="1869" r:id="rId13"/>
    <p:sldId id="1870" r:id="rId14"/>
    <p:sldId id="1871" r:id="rId15"/>
    <p:sldId id="1872" r:id="rId16"/>
    <p:sldId id="1873" r:id="rId17"/>
    <p:sldId id="1874" r:id="rId18"/>
    <p:sldId id="1875" r:id="rId19"/>
    <p:sldId id="1876" r:id="rId20"/>
    <p:sldId id="1877" r:id="rId21"/>
    <p:sldId id="1878" r:id="rId22"/>
  </p:sldIdLst>
  <p:sldSz cx="12192000" cy="6858000"/>
  <p:notesSz cx="6858000" cy="9144000"/>
  <p:defaultTex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defaultTextStyle>
  <p:extLst>
    <p:ext uri="{521415D9-36F7-43E2-AB2F-B90AF26B5E84}">
      <p14:sectionLst xmlns:p14="http://schemas.microsoft.com/office/powerpoint/2010/main">
        <p14:section name="Light Template" id="{A073DAE3-B461-442F-A3D3-6642BD875E45}">
          <p14:sldIdLst/>
        </p14:section>
        <p14:section name="Dark template" id="{888AB95E-1B7E-4E95-8F39-C5D0E8372BC2}">
          <p14:sldIdLst>
            <p14:sldId id="1862"/>
            <p14:sldId id="1863"/>
            <p14:sldId id="1864"/>
            <p14:sldId id="1865"/>
            <p14:sldId id="1866"/>
            <p14:sldId id="1867"/>
            <p14:sldId id="1868"/>
            <p14:sldId id="1869"/>
            <p14:sldId id="1870"/>
            <p14:sldId id="1871"/>
            <p14:sldId id="1872"/>
            <p14:sldId id="1873"/>
            <p14:sldId id="1874"/>
            <p14:sldId id="1875"/>
            <p14:sldId id="1876"/>
            <p14:sldId id="1877"/>
            <p14:sldId id="1878"/>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8"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59DFF"/>
    <a:srgbClr val="E6E6E6"/>
    <a:srgbClr val="2F2F2F"/>
    <a:srgbClr val="F2F2F2"/>
    <a:srgbClr val="D2D2D2"/>
    <a:srgbClr val="5C2D91"/>
    <a:srgbClr val="00BCF2"/>
    <a:srgbClr val="0078D4"/>
    <a:srgbClr val="037BDA"/>
    <a:srgbClr val="1A1A1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 uri="{1BD7E111-0CB8-44D6-8891-C1BB2F81B7CC}">
      <p1710:readonlyRecommended xmlns:p1710="http://schemas.microsoft.com/office/powerpoint/2017/10/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2E7436-30B0-4F51-868D-F529237ECD5B}" v="1" dt="2025-10-13T15:12:36.7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843"/>
    <p:restoredTop sz="94701"/>
  </p:normalViewPr>
  <p:slideViewPr>
    <p:cSldViewPr snapToGrid="0">
      <p:cViewPr varScale="1">
        <p:scale>
          <a:sx n="148" d="100"/>
          <a:sy n="148" d="100"/>
        </p:scale>
        <p:origin x="184" y="432"/>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6.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handoutMaster" Target="handoutMasters/handoutMaster1.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notesMaster" Target="notesMasters/notesMaster1.xml"/><Relationship Id="rId28" Type="http://schemas.openxmlformats.org/officeDocument/2006/relationships/theme" Target="theme/theme1.xml"/><Relationship Id="rId10" Type="http://schemas.openxmlformats.org/officeDocument/2006/relationships/slide" Target="slides/slide5.xml"/><Relationship Id="rId19" Type="http://schemas.openxmlformats.org/officeDocument/2006/relationships/slide" Target="slides/slide14.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viewProps" Target="viewProps.xml"/><Relationship Id="rId30"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60F9EC6-89FF-47E1-8594-1A32E3B45134}" type="datetime8">
              <a:rPr lang="en-US" smtClean="0">
                <a:latin typeface="Segoe UI" pitchFamily="34" charset="0"/>
              </a:rPr>
              <a:t>12/29/25 1:00 AM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386CE63F-9E7F-4C04-9D0D-FCA25A8E9E86}" type="datetime8">
              <a:rPr lang="en-US" smtClean="0"/>
              <a:t>12/29/25 1:00 AM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14367" rtl="0" eaLnBrk="1" latinLnBrk="0" hangingPunct="1">
      <a:lnSpc>
        <a:spcPct val="90000"/>
      </a:lnSpc>
      <a:spcAft>
        <a:spcPts val="333"/>
      </a:spcAft>
      <a:defRPr sz="882" kern="1200">
        <a:solidFill>
          <a:schemeClr val="tx1"/>
        </a:solidFill>
        <a:latin typeface="Segoe UI Light" pitchFamily="34" charset="0"/>
        <a:ea typeface="+mn-ea"/>
        <a:cs typeface="+mn-cs"/>
      </a:defRPr>
    </a:lvl1pPr>
    <a:lvl2pPr marL="212982" indent="-105829" algn="l" defTabSz="914367" rtl="0" eaLnBrk="1" latinLnBrk="0" hangingPunct="1">
      <a:lnSpc>
        <a:spcPct val="90000"/>
      </a:lnSpc>
      <a:spcAft>
        <a:spcPts val="333"/>
      </a:spcAft>
      <a:buFont typeface="Arial" pitchFamily="34" charset="0"/>
      <a:buChar char="•"/>
      <a:defRPr sz="882" kern="1200">
        <a:solidFill>
          <a:schemeClr val="tx1"/>
        </a:solidFill>
        <a:latin typeface="Segoe UI Light" pitchFamily="34" charset="0"/>
        <a:ea typeface="+mn-ea"/>
        <a:cs typeface="+mn-cs"/>
      </a:defRPr>
    </a:lvl2pPr>
    <a:lvl3pPr marL="328071"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Light" pitchFamily="34" charset="0"/>
        <a:ea typeface="+mn-ea"/>
        <a:cs typeface="+mn-cs"/>
      </a:defRPr>
    </a:lvl3pPr>
    <a:lvl4pPr marL="482848" indent="-146838" algn="l" defTabSz="914367" rtl="0" eaLnBrk="1" latinLnBrk="0" hangingPunct="1">
      <a:lnSpc>
        <a:spcPct val="90000"/>
      </a:lnSpc>
      <a:spcAft>
        <a:spcPts val="333"/>
      </a:spcAft>
      <a:buFont typeface="Arial" pitchFamily="34" charset="0"/>
      <a:buChar char="•"/>
      <a:defRPr sz="882" kern="1200">
        <a:solidFill>
          <a:schemeClr val="tx1"/>
        </a:solidFill>
        <a:latin typeface="Segoe UI Light" pitchFamily="34" charset="0"/>
        <a:ea typeface="+mn-ea"/>
        <a:cs typeface="+mn-cs"/>
      </a:defRPr>
    </a:lvl4pPr>
    <a:lvl5pPr marL="615134"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Light" pitchFamily="34" charset="0"/>
        <a:ea typeface="+mn-ea"/>
        <a:cs typeface="+mn-cs"/>
      </a:defRPr>
    </a:lvl5pPr>
    <a:lvl6pPr marL="2285918" algn="l" defTabSz="914367" rtl="0" eaLnBrk="1" latinLnBrk="0" hangingPunct="1">
      <a:defRPr sz="1176" kern="1200">
        <a:solidFill>
          <a:schemeClr val="tx1"/>
        </a:solidFill>
        <a:latin typeface="+mn-lt"/>
        <a:ea typeface="+mn-ea"/>
        <a:cs typeface="+mn-cs"/>
      </a:defRPr>
    </a:lvl6pPr>
    <a:lvl7pPr marL="2743101" algn="l" defTabSz="914367" rtl="0" eaLnBrk="1" latinLnBrk="0" hangingPunct="1">
      <a:defRPr sz="1176" kern="1200">
        <a:solidFill>
          <a:schemeClr val="tx1"/>
        </a:solidFill>
        <a:latin typeface="+mn-lt"/>
        <a:ea typeface="+mn-ea"/>
        <a:cs typeface="+mn-cs"/>
      </a:defRPr>
    </a:lvl7pPr>
    <a:lvl8pPr marL="3200284" algn="l" defTabSz="914367" rtl="0" eaLnBrk="1" latinLnBrk="0" hangingPunct="1">
      <a:defRPr sz="1176" kern="1200">
        <a:solidFill>
          <a:schemeClr val="tx1"/>
        </a:solidFill>
        <a:latin typeface="+mn-lt"/>
        <a:ea typeface="+mn-ea"/>
        <a:cs typeface="+mn-cs"/>
      </a:defRPr>
    </a:lvl8pPr>
    <a:lvl9pPr marL="3657469" algn="l" defTabSz="914367" rtl="0" eaLnBrk="1" latinLnBrk="0" hangingPunct="1">
      <a:defRPr sz="1176"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Walkin 1">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8877C49-379C-4530-89DA-E5FB27C7DDFE}"/>
              </a:ext>
            </a:extLst>
          </p:cNvPr>
          <p:cNvPicPr>
            <a:picLocks noChangeAspect="1"/>
          </p:cNvPicPr>
          <p:nvPr userDrawn="1"/>
        </p:nvPicPr>
        <p:blipFill rotWithShape="1">
          <a:blip r:embed="rId2"/>
          <a:srcRect/>
          <a:stretch/>
        </p:blipFill>
        <p:spPr>
          <a:xfrm>
            <a:off x="0" y="0"/>
            <a:ext cx="12192000" cy="6858000"/>
          </a:xfrm>
          <a:prstGeom prst="rect">
            <a:avLst/>
          </a:prstGeom>
        </p:spPr>
      </p:pic>
    </p:spTree>
    <p:extLst>
      <p:ext uri="{BB962C8B-B14F-4D97-AF65-F5344CB8AC3E}">
        <p14:creationId xmlns:p14="http://schemas.microsoft.com/office/powerpoint/2010/main" val="3091831642"/>
      </p:ext>
    </p:extLst>
  </p:cSld>
  <p:clrMapOvr>
    <a:masterClrMapping/>
  </p:clrMapOvr>
  <p:transition>
    <p:fade/>
  </p:transition>
  <p:extLst>
    <p:ext uri="{DCECCB84-F9BA-43D5-87BE-67443E8EF086}">
      <p15:sldGuideLst xmlns:p15="http://schemas.microsoft.com/office/powerpoint/2012/main">
        <p15:guide id="1" orient="horz" pos="1272">
          <p15:clr>
            <a:srgbClr val="5ACBF0"/>
          </p15:clr>
        </p15:guide>
        <p15:guide id="2" orient="horz" pos="904">
          <p15:clr>
            <a:srgbClr val="5ACBF0"/>
          </p15:clr>
        </p15:guide>
        <p15:guide id="3" orient="horz" pos="288">
          <p15:clr>
            <a:srgbClr val="5ACBF0"/>
          </p15:clr>
        </p15:guide>
        <p15:guide id="4" orient="horz" pos="2160" userDrawn="1">
          <p15:clr>
            <a:srgbClr val="FBAE40"/>
          </p15:clr>
        </p15:guide>
        <p15:guide id="5"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alkin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3A8638A5-F250-4F13-8367-9EF5EEBD9BB1}"/>
              </a:ext>
            </a:extLst>
          </p:cNvPr>
          <p:cNvPicPr>
            <a:picLocks noChangeAspect="1"/>
          </p:cNvPicPr>
          <p:nvPr userDrawn="1"/>
        </p:nvPicPr>
        <p:blipFill rotWithShape="1">
          <a:blip r:embed="rId2"/>
          <a:srcRect t="35" b="35"/>
          <a:stretch/>
        </p:blipFill>
        <p:spPr>
          <a:xfrm>
            <a:off x="1" y="604414"/>
            <a:ext cx="12192000" cy="6253586"/>
          </a:xfrm>
          <a:prstGeom prst="rect">
            <a:avLst/>
          </a:prstGeom>
        </p:spPr>
      </p:pic>
      <p:pic>
        <p:nvPicPr>
          <p:cNvPr id="4" name="Picture 3">
            <a:extLst>
              <a:ext uri="{FF2B5EF4-FFF2-40B4-BE49-F238E27FC236}">
                <a16:creationId xmlns:a16="http://schemas.microsoft.com/office/drawing/2014/main" id="{732181C1-02C8-4170-8050-04F95DCD6088}"/>
              </a:ext>
            </a:extLst>
          </p:cNvPr>
          <p:cNvPicPr>
            <a:picLocks noChangeAspect="1"/>
          </p:cNvPicPr>
          <p:nvPr userDrawn="1"/>
        </p:nvPicPr>
        <p:blipFill>
          <a:blip r:embed="rId3"/>
          <a:srcRect/>
          <a:stretch/>
        </p:blipFill>
        <p:spPr>
          <a:xfrm>
            <a:off x="587376" y="597152"/>
            <a:ext cx="2132954" cy="399928"/>
          </a:xfrm>
          <a:prstGeom prst="rect">
            <a:avLst/>
          </a:prstGeom>
        </p:spPr>
      </p:pic>
      <p:sp>
        <p:nvSpPr>
          <p:cNvPr id="11" name="Title 1">
            <a:extLst>
              <a:ext uri="{FF2B5EF4-FFF2-40B4-BE49-F238E27FC236}">
                <a16:creationId xmlns:a16="http://schemas.microsoft.com/office/drawing/2014/main" id="{44720DB8-197A-46F9-9308-F4EA3C845D02}"/>
              </a:ext>
            </a:extLst>
          </p:cNvPr>
          <p:cNvSpPr>
            <a:spLocks noGrp="1"/>
          </p:cNvSpPr>
          <p:nvPr>
            <p:ph type="title" hasCustomPrompt="1"/>
          </p:nvPr>
        </p:nvSpPr>
        <p:spPr>
          <a:xfrm>
            <a:off x="584200" y="2875002"/>
            <a:ext cx="6637867" cy="553998"/>
          </a:xfrm>
          <a:noFill/>
        </p:spPr>
        <p:txBody>
          <a:bodyPr wrap="square" lIns="0" tIns="0" rIns="0" bIns="0" anchor="b" anchorCtr="0">
            <a:spAutoFit/>
          </a:bodyPr>
          <a:lstStyle>
            <a:lvl1pPr>
              <a:defRPr sz="3600" spc="-50" baseline="0">
                <a:solidFill>
                  <a:srgbClr val="1A1A1A"/>
                </a:solidFill>
                <a:latin typeface="+mj-lt"/>
                <a:cs typeface="Segoe UI" panose="020B0502040204020203" pitchFamily="34" charset="0"/>
              </a:defRPr>
            </a:lvl1pPr>
          </a:lstStyle>
          <a:p>
            <a:r>
              <a:rPr lang="en-US"/>
              <a:t>Event name or presentation title </a:t>
            </a:r>
          </a:p>
        </p:txBody>
      </p:sp>
      <p:sp>
        <p:nvSpPr>
          <p:cNvPr id="12" name="Text Placeholder 4">
            <a:extLst>
              <a:ext uri="{FF2B5EF4-FFF2-40B4-BE49-F238E27FC236}">
                <a16:creationId xmlns:a16="http://schemas.microsoft.com/office/drawing/2014/main" id="{6EE72941-1039-4EEF-BADF-39923BC2573C}"/>
              </a:ext>
            </a:extLst>
          </p:cNvPr>
          <p:cNvSpPr>
            <a:spLocks noGrp="1"/>
          </p:cNvSpPr>
          <p:nvPr>
            <p:ph type="body" sz="quarter" idx="12" hasCustomPrompt="1"/>
          </p:nvPr>
        </p:nvSpPr>
        <p:spPr>
          <a:xfrm>
            <a:off x="584200" y="3543143"/>
            <a:ext cx="6655646" cy="307777"/>
          </a:xfrm>
          <a:noFill/>
        </p:spPr>
        <p:txBody>
          <a:bodyPr wrap="square" lIns="0" tIns="0" rIns="0" bIns="0">
            <a:spAutoFit/>
          </a:bodyPr>
          <a:lstStyle>
            <a:lvl1pPr marL="0" indent="0">
              <a:spcBef>
                <a:spcPts val="0"/>
              </a:spcBef>
              <a:buNone/>
              <a:defRPr sz="2000" spc="0" baseline="0">
                <a:solidFill>
                  <a:srgbClr val="1A1A1A"/>
                </a:solidFill>
                <a:latin typeface="+mn-lt"/>
                <a:cs typeface="Segoe UI" panose="020B0502040204020203" pitchFamily="34" charset="0"/>
              </a:defRPr>
            </a:lvl1pPr>
          </a:lstStyle>
          <a:p>
            <a:pPr lvl="0"/>
            <a:r>
              <a:rPr lang="en-US"/>
              <a:t>Speaker name or subtitle text</a:t>
            </a:r>
          </a:p>
        </p:txBody>
      </p:sp>
    </p:spTree>
    <p:extLst>
      <p:ext uri="{BB962C8B-B14F-4D97-AF65-F5344CB8AC3E}">
        <p14:creationId xmlns:p14="http://schemas.microsoft.com/office/powerpoint/2010/main" val="347023116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20" userDrawn="1">
          <p15:clr>
            <a:srgbClr val="5ACBF0"/>
          </p15:clr>
        </p15:guide>
        <p15:guide id="4" orient="horz" pos="21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alkin 3">
    <p:bg>
      <p:bgPr>
        <a:solidFill>
          <a:schemeClr val="tx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C57AB98C-3D65-4B37-98D9-D5EA9098B772}"/>
              </a:ext>
            </a:extLst>
          </p:cNvPr>
          <p:cNvPicPr>
            <a:picLocks noChangeAspect="1"/>
          </p:cNvPicPr>
          <p:nvPr userDrawn="1"/>
        </p:nvPicPr>
        <p:blipFill>
          <a:blip r:embed="rId2"/>
          <a:srcRect/>
          <a:stretch/>
        </p:blipFill>
        <p:spPr>
          <a:xfrm>
            <a:off x="0" y="6017392"/>
            <a:ext cx="12192000" cy="257996"/>
          </a:xfrm>
          <a:prstGeom prst="rect">
            <a:avLst/>
          </a:prstGeom>
        </p:spPr>
      </p:pic>
      <p:sp>
        <p:nvSpPr>
          <p:cNvPr id="11" name="Title 1">
            <a:extLst>
              <a:ext uri="{FF2B5EF4-FFF2-40B4-BE49-F238E27FC236}">
                <a16:creationId xmlns:a16="http://schemas.microsoft.com/office/drawing/2014/main" id="{44720DB8-197A-46F9-9308-F4EA3C845D02}"/>
              </a:ext>
            </a:extLst>
          </p:cNvPr>
          <p:cNvSpPr>
            <a:spLocks noGrp="1"/>
          </p:cNvSpPr>
          <p:nvPr>
            <p:ph type="title" hasCustomPrompt="1"/>
          </p:nvPr>
        </p:nvSpPr>
        <p:spPr>
          <a:xfrm>
            <a:off x="584200" y="2875002"/>
            <a:ext cx="6637867" cy="553998"/>
          </a:xfrm>
          <a:noFill/>
        </p:spPr>
        <p:txBody>
          <a:bodyPr wrap="square" lIns="0" tIns="0" rIns="0" bIns="0" anchor="b" anchorCtr="0">
            <a:spAutoFit/>
          </a:bodyPr>
          <a:lstStyle>
            <a:lvl1pPr>
              <a:defRPr sz="3600" spc="-50" baseline="0">
                <a:solidFill>
                  <a:srgbClr val="1A1A1A"/>
                </a:solidFill>
                <a:latin typeface="+mj-lt"/>
                <a:cs typeface="Segoe UI" panose="020B0502040204020203" pitchFamily="34" charset="0"/>
              </a:defRPr>
            </a:lvl1pPr>
          </a:lstStyle>
          <a:p>
            <a:r>
              <a:rPr lang="en-US"/>
              <a:t>Event name or presentation title </a:t>
            </a:r>
          </a:p>
        </p:txBody>
      </p:sp>
      <p:sp>
        <p:nvSpPr>
          <p:cNvPr id="12" name="Text Placeholder 4">
            <a:extLst>
              <a:ext uri="{FF2B5EF4-FFF2-40B4-BE49-F238E27FC236}">
                <a16:creationId xmlns:a16="http://schemas.microsoft.com/office/drawing/2014/main" id="{6EE72941-1039-4EEF-BADF-39923BC2573C}"/>
              </a:ext>
            </a:extLst>
          </p:cNvPr>
          <p:cNvSpPr>
            <a:spLocks noGrp="1"/>
          </p:cNvSpPr>
          <p:nvPr>
            <p:ph type="body" sz="quarter" idx="12" hasCustomPrompt="1"/>
          </p:nvPr>
        </p:nvSpPr>
        <p:spPr>
          <a:xfrm>
            <a:off x="584200" y="3543143"/>
            <a:ext cx="6655646" cy="307777"/>
          </a:xfrm>
          <a:noFill/>
        </p:spPr>
        <p:txBody>
          <a:bodyPr wrap="square" lIns="0" tIns="0" rIns="0" bIns="0">
            <a:spAutoFit/>
          </a:bodyPr>
          <a:lstStyle>
            <a:lvl1pPr marL="0" indent="0">
              <a:spcBef>
                <a:spcPts val="0"/>
              </a:spcBef>
              <a:buNone/>
              <a:defRPr sz="2000" spc="0" baseline="0">
                <a:solidFill>
                  <a:srgbClr val="1A1A1A"/>
                </a:solidFill>
                <a:latin typeface="+mn-lt"/>
                <a:cs typeface="Segoe UI" panose="020B0502040204020203" pitchFamily="34" charset="0"/>
              </a:defRPr>
            </a:lvl1pPr>
          </a:lstStyle>
          <a:p>
            <a:pPr lvl="0"/>
            <a:r>
              <a:rPr lang="en-US"/>
              <a:t>Speaker name or subtitle text</a:t>
            </a:r>
          </a:p>
        </p:txBody>
      </p:sp>
      <p:pic>
        <p:nvPicPr>
          <p:cNvPr id="7" name="Picture 6">
            <a:extLst>
              <a:ext uri="{FF2B5EF4-FFF2-40B4-BE49-F238E27FC236}">
                <a16:creationId xmlns:a16="http://schemas.microsoft.com/office/drawing/2014/main" id="{206F3868-20C5-4830-B17D-6B8C97A93A75}"/>
              </a:ext>
            </a:extLst>
          </p:cNvPr>
          <p:cNvPicPr>
            <a:picLocks noChangeAspect="1"/>
          </p:cNvPicPr>
          <p:nvPr userDrawn="1"/>
        </p:nvPicPr>
        <p:blipFill>
          <a:blip r:embed="rId3"/>
          <a:srcRect/>
          <a:stretch/>
        </p:blipFill>
        <p:spPr>
          <a:xfrm>
            <a:off x="587376" y="597152"/>
            <a:ext cx="2132954" cy="399928"/>
          </a:xfrm>
          <a:prstGeom prst="rect">
            <a:avLst/>
          </a:prstGeom>
        </p:spPr>
      </p:pic>
    </p:spTree>
    <p:extLst>
      <p:ext uri="{BB962C8B-B14F-4D97-AF65-F5344CB8AC3E}">
        <p14:creationId xmlns:p14="http://schemas.microsoft.com/office/powerpoint/2010/main" val="34073724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20">
          <p15:clr>
            <a:srgbClr val="5ACBF0"/>
          </p15:clr>
        </p15:guide>
        <p15:guide id="4" orient="horz" pos="216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Walkin 4">
    <p:bg>
      <p:bgPr>
        <a:solidFill>
          <a:srgbClr val="E6E6E6"/>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44720DB8-197A-46F9-9308-F4EA3C845D02}"/>
              </a:ext>
            </a:extLst>
          </p:cNvPr>
          <p:cNvSpPr>
            <a:spLocks noGrp="1"/>
          </p:cNvSpPr>
          <p:nvPr>
            <p:ph type="title" hasCustomPrompt="1"/>
          </p:nvPr>
        </p:nvSpPr>
        <p:spPr>
          <a:xfrm>
            <a:off x="584200" y="2875002"/>
            <a:ext cx="6637867" cy="553998"/>
          </a:xfrm>
          <a:noFill/>
        </p:spPr>
        <p:txBody>
          <a:bodyPr wrap="square" lIns="0" tIns="0" rIns="0" bIns="0" anchor="b" anchorCtr="0">
            <a:spAutoFit/>
          </a:bodyPr>
          <a:lstStyle>
            <a:lvl1pPr>
              <a:defRPr sz="3600" spc="-50" baseline="0">
                <a:solidFill>
                  <a:srgbClr val="1A1A1A"/>
                </a:solidFill>
                <a:latin typeface="+mj-lt"/>
                <a:cs typeface="Segoe UI" panose="020B0502040204020203" pitchFamily="34" charset="0"/>
              </a:defRPr>
            </a:lvl1pPr>
          </a:lstStyle>
          <a:p>
            <a:r>
              <a:rPr lang="en-US"/>
              <a:t>Event name or presentation title </a:t>
            </a:r>
          </a:p>
        </p:txBody>
      </p:sp>
      <p:sp>
        <p:nvSpPr>
          <p:cNvPr id="12" name="Text Placeholder 4">
            <a:extLst>
              <a:ext uri="{FF2B5EF4-FFF2-40B4-BE49-F238E27FC236}">
                <a16:creationId xmlns:a16="http://schemas.microsoft.com/office/drawing/2014/main" id="{6EE72941-1039-4EEF-BADF-39923BC2573C}"/>
              </a:ext>
            </a:extLst>
          </p:cNvPr>
          <p:cNvSpPr>
            <a:spLocks noGrp="1"/>
          </p:cNvSpPr>
          <p:nvPr>
            <p:ph type="body" sz="quarter" idx="12" hasCustomPrompt="1"/>
          </p:nvPr>
        </p:nvSpPr>
        <p:spPr>
          <a:xfrm>
            <a:off x="584200" y="3543143"/>
            <a:ext cx="6655646" cy="307777"/>
          </a:xfrm>
          <a:noFill/>
        </p:spPr>
        <p:txBody>
          <a:bodyPr wrap="square" lIns="0" tIns="0" rIns="0" bIns="0">
            <a:spAutoFit/>
          </a:bodyPr>
          <a:lstStyle>
            <a:lvl1pPr marL="0" indent="0">
              <a:spcBef>
                <a:spcPts val="0"/>
              </a:spcBef>
              <a:buNone/>
              <a:defRPr sz="2000" spc="0" baseline="0">
                <a:solidFill>
                  <a:srgbClr val="1A1A1A"/>
                </a:solidFill>
                <a:latin typeface="+mn-lt"/>
                <a:cs typeface="Segoe UI" panose="020B0502040204020203" pitchFamily="34" charset="0"/>
              </a:defRPr>
            </a:lvl1pPr>
          </a:lstStyle>
          <a:p>
            <a:pPr lvl="0"/>
            <a:r>
              <a:rPr lang="en-US"/>
              <a:t>Speaker name or subtitle text</a:t>
            </a:r>
          </a:p>
        </p:txBody>
      </p:sp>
      <p:pic>
        <p:nvPicPr>
          <p:cNvPr id="7" name="Picture 6">
            <a:extLst>
              <a:ext uri="{FF2B5EF4-FFF2-40B4-BE49-F238E27FC236}">
                <a16:creationId xmlns:a16="http://schemas.microsoft.com/office/drawing/2014/main" id="{6BD5228B-DB0F-46DB-85CA-145A3C2DDEDB}"/>
              </a:ext>
            </a:extLst>
          </p:cNvPr>
          <p:cNvPicPr>
            <a:picLocks noChangeAspect="1"/>
          </p:cNvPicPr>
          <p:nvPr userDrawn="1"/>
        </p:nvPicPr>
        <p:blipFill>
          <a:blip r:embed="rId2"/>
          <a:srcRect t="7" b="7"/>
          <a:stretch/>
        </p:blipFill>
        <p:spPr>
          <a:xfrm>
            <a:off x="1" y="604414"/>
            <a:ext cx="12192000" cy="6253586"/>
          </a:xfrm>
          <a:prstGeom prst="rect">
            <a:avLst/>
          </a:prstGeom>
        </p:spPr>
      </p:pic>
      <p:pic>
        <p:nvPicPr>
          <p:cNvPr id="8" name="Picture 7">
            <a:extLst>
              <a:ext uri="{FF2B5EF4-FFF2-40B4-BE49-F238E27FC236}">
                <a16:creationId xmlns:a16="http://schemas.microsoft.com/office/drawing/2014/main" id="{BAB248D0-EB9E-45FD-BD56-CDC59AA53214}"/>
              </a:ext>
            </a:extLst>
          </p:cNvPr>
          <p:cNvPicPr>
            <a:picLocks noChangeAspect="1"/>
          </p:cNvPicPr>
          <p:nvPr userDrawn="1"/>
        </p:nvPicPr>
        <p:blipFill>
          <a:blip r:embed="rId3"/>
          <a:srcRect/>
          <a:stretch/>
        </p:blipFill>
        <p:spPr>
          <a:xfrm>
            <a:off x="588580" y="595948"/>
            <a:ext cx="2130545" cy="402335"/>
          </a:xfrm>
          <a:prstGeom prst="rect">
            <a:avLst/>
          </a:prstGeom>
        </p:spPr>
      </p:pic>
    </p:spTree>
    <p:extLst>
      <p:ext uri="{BB962C8B-B14F-4D97-AF65-F5344CB8AC3E}">
        <p14:creationId xmlns:p14="http://schemas.microsoft.com/office/powerpoint/2010/main" val="20758788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20">
          <p15:clr>
            <a:srgbClr val="5ACBF0"/>
          </p15:clr>
        </p15:guide>
        <p15:guide id="4" orient="horz" pos="216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Walkin 5">
    <p:bg>
      <p:bgPr>
        <a:solidFill>
          <a:srgbClr val="F2F2F2"/>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C57AB98C-3D65-4B37-98D9-D5EA9098B772}"/>
              </a:ext>
            </a:extLst>
          </p:cNvPr>
          <p:cNvPicPr>
            <a:picLocks noChangeAspect="1"/>
          </p:cNvPicPr>
          <p:nvPr userDrawn="1"/>
        </p:nvPicPr>
        <p:blipFill>
          <a:blip r:embed="rId2"/>
          <a:srcRect t="10" b="10"/>
          <a:stretch/>
        </p:blipFill>
        <p:spPr>
          <a:xfrm>
            <a:off x="0" y="361014"/>
            <a:ext cx="12192000" cy="6496986"/>
          </a:xfrm>
          <a:prstGeom prst="rect">
            <a:avLst/>
          </a:prstGeom>
        </p:spPr>
      </p:pic>
      <p:sp>
        <p:nvSpPr>
          <p:cNvPr id="11" name="Title 1">
            <a:extLst>
              <a:ext uri="{FF2B5EF4-FFF2-40B4-BE49-F238E27FC236}">
                <a16:creationId xmlns:a16="http://schemas.microsoft.com/office/drawing/2014/main" id="{44720DB8-197A-46F9-9308-F4EA3C845D02}"/>
              </a:ext>
            </a:extLst>
          </p:cNvPr>
          <p:cNvSpPr>
            <a:spLocks noGrp="1"/>
          </p:cNvSpPr>
          <p:nvPr>
            <p:ph type="title" hasCustomPrompt="1"/>
          </p:nvPr>
        </p:nvSpPr>
        <p:spPr>
          <a:xfrm>
            <a:off x="584200" y="2875002"/>
            <a:ext cx="6637867" cy="553998"/>
          </a:xfrm>
          <a:noFill/>
        </p:spPr>
        <p:txBody>
          <a:bodyPr wrap="square" lIns="0" tIns="0" rIns="0" bIns="0" anchor="b" anchorCtr="0">
            <a:spAutoFit/>
          </a:bodyPr>
          <a:lstStyle>
            <a:lvl1pPr>
              <a:defRPr sz="3600" spc="-50" baseline="0">
                <a:solidFill>
                  <a:srgbClr val="1A1A1A"/>
                </a:solidFill>
                <a:latin typeface="+mj-lt"/>
                <a:cs typeface="Segoe UI" panose="020B0502040204020203" pitchFamily="34" charset="0"/>
              </a:defRPr>
            </a:lvl1pPr>
          </a:lstStyle>
          <a:p>
            <a:r>
              <a:rPr lang="en-US"/>
              <a:t>Event name or presentation title </a:t>
            </a:r>
          </a:p>
        </p:txBody>
      </p:sp>
      <p:sp>
        <p:nvSpPr>
          <p:cNvPr id="12" name="Text Placeholder 4">
            <a:extLst>
              <a:ext uri="{FF2B5EF4-FFF2-40B4-BE49-F238E27FC236}">
                <a16:creationId xmlns:a16="http://schemas.microsoft.com/office/drawing/2014/main" id="{6EE72941-1039-4EEF-BADF-39923BC2573C}"/>
              </a:ext>
            </a:extLst>
          </p:cNvPr>
          <p:cNvSpPr>
            <a:spLocks noGrp="1"/>
          </p:cNvSpPr>
          <p:nvPr>
            <p:ph type="body" sz="quarter" idx="12" hasCustomPrompt="1"/>
          </p:nvPr>
        </p:nvSpPr>
        <p:spPr>
          <a:xfrm>
            <a:off x="584200" y="3543143"/>
            <a:ext cx="6655646" cy="307777"/>
          </a:xfrm>
          <a:noFill/>
        </p:spPr>
        <p:txBody>
          <a:bodyPr wrap="square" lIns="0" tIns="0" rIns="0" bIns="0">
            <a:spAutoFit/>
          </a:bodyPr>
          <a:lstStyle>
            <a:lvl1pPr marL="0" indent="0">
              <a:spcBef>
                <a:spcPts val="0"/>
              </a:spcBef>
              <a:buNone/>
              <a:defRPr sz="2000" spc="0" baseline="0">
                <a:solidFill>
                  <a:srgbClr val="1A1A1A"/>
                </a:solidFill>
                <a:latin typeface="+mn-lt"/>
                <a:cs typeface="Segoe UI" panose="020B0502040204020203" pitchFamily="34" charset="0"/>
              </a:defRPr>
            </a:lvl1pPr>
          </a:lstStyle>
          <a:p>
            <a:pPr lvl="0"/>
            <a:r>
              <a:rPr lang="en-US"/>
              <a:t>Speaker name or subtitle text</a:t>
            </a:r>
          </a:p>
        </p:txBody>
      </p:sp>
      <p:pic>
        <p:nvPicPr>
          <p:cNvPr id="7" name="Picture 6">
            <a:extLst>
              <a:ext uri="{FF2B5EF4-FFF2-40B4-BE49-F238E27FC236}">
                <a16:creationId xmlns:a16="http://schemas.microsoft.com/office/drawing/2014/main" id="{91AB4B28-A3CA-482A-991F-44606913488A}"/>
              </a:ext>
            </a:extLst>
          </p:cNvPr>
          <p:cNvPicPr>
            <a:picLocks noChangeAspect="1"/>
          </p:cNvPicPr>
          <p:nvPr userDrawn="1"/>
        </p:nvPicPr>
        <p:blipFill>
          <a:blip r:embed="rId3"/>
          <a:srcRect/>
          <a:stretch/>
        </p:blipFill>
        <p:spPr>
          <a:xfrm>
            <a:off x="588578" y="595948"/>
            <a:ext cx="2130550" cy="402336"/>
          </a:xfrm>
          <a:prstGeom prst="rect">
            <a:avLst/>
          </a:prstGeom>
        </p:spPr>
      </p:pic>
    </p:spTree>
    <p:extLst>
      <p:ext uri="{BB962C8B-B14F-4D97-AF65-F5344CB8AC3E}">
        <p14:creationId xmlns:p14="http://schemas.microsoft.com/office/powerpoint/2010/main" val="311738876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20">
          <p15:clr>
            <a:srgbClr val="5ACBF0"/>
          </p15:clr>
        </p15:guide>
        <p15:guide id="4" orient="horz" pos="216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Walkin 6">
    <p:bg>
      <p:bgPr>
        <a:solidFill>
          <a:schemeClr val="bg2"/>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3406" y="2892285"/>
            <a:ext cx="7338186" cy="553998"/>
          </a:xfrm>
          <a:noFill/>
        </p:spPr>
        <p:txBody>
          <a:bodyPr wrap="square" lIns="0" tIns="0" rIns="0" bIns="0" anchor="b" anchorCtr="0">
            <a:spAutoFit/>
          </a:bodyPr>
          <a:lstStyle>
            <a:lvl1pPr>
              <a:defRPr sz="3600" spc="-50" baseline="0">
                <a:gradFill>
                  <a:gsLst>
                    <a:gs pos="62564">
                      <a:schemeClr val="tx1"/>
                    </a:gs>
                    <a:gs pos="55000">
                      <a:schemeClr val="tx1"/>
                    </a:gs>
                  </a:gsLst>
                  <a:lin ang="5400000" scaled="0"/>
                </a:gra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3406" y="3628154"/>
            <a:ext cx="7338186" cy="307777"/>
          </a:xfrm>
          <a:noFill/>
        </p:spPr>
        <p:txBody>
          <a:bodyPr wrap="square" lIns="0" tIns="0" rIns="0" bIns="0">
            <a:spAutoFit/>
          </a:bodyPr>
          <a:lstStyle>
            <a:lvl1pPr marL="0" indent="0">
              <a:spcBef>
                <a:spcPts val="0"/>
              </a:spcBef>
              <a:buNone/>
              <a:defRPr sz="2000" spc="0" baseline="0">
                <a:gradFill>
                  <a:gsLst>
                    <a:gs pos="91000">
                      <a:schemeClr val="tx1"/>
                    </a:gs>
                    <a:gs pos="0">
                      <a:schemeClr val="tx1"/>
                    </a:gs>
                  </a:gsLst>
                  <a:lin ang="5400000" scaled="0"/>
                </a:gradFill>
                <a:latin typeface="+mn-lt"/>
                <a:cs typeface="Segoe UI" panose="020B0502040204020203" pitchFamily="34" charset="0"/>
              </a:defRPr>
            </a:lvl1pPr>
          </a:lstStyle>
          <a:p>
            <a:pPr lvl="0"/>
            <a:r>
              <a:rPr lang="en-US"/>
              <a:t>Speaker name or subtitle text</a:t>
            </a:r>
          </a:p>
        </p:txBody>
      </p:sp>
      <p:pic>
        <p:nvPicPr>
          <p:cNvPr id="8" name="Picture 7">
            <a:extLst>
              <a:ext uri="{FF2B5EF4-FFF2-40B4-BE49-F238E27FC236}">
                <a16:creationId xmlns:a16="http://schemas.microsoft.com/office/drawing/2014/main" id="{57F79CA3-BB63-4315-8892-95BCB51C21DD}"/>
              </a:ext>
            </a:extLst>
          </p:cNvPr>
          <p:cNvPicPr>
            <a:picLocks noChangeAspect="1"/>
          </p:cNvPicPr>
          <p:nvPr userDrawn="1"/>
        </p:nvPicPr>
        <p:blipFill>
          <a:blip r:embed="rId2"/>
          <a:srcRect l="10" r="10"/>
          <a:stretch/>
        </p:blipFill>
        <p:spPr>
          <a:xfrm>
            <a:off x="0" y="727289"/>
            <a:ext cx="12192000" cy="6130711"/>
          </a:xfrm>
          <a:prstGeom prst="rect">
            <a:avLst/>
          </a:prstGeom>
        </p:spPr>
      </p:pic>
      <p:pic>
        <p:nvPicPr>
          <p:cNvPr id="7" name="Picture 6">
            <a:extLst>
              <a:ext uri="{FF2B5EF4-FFF2-40B4-BE49-F238E27FC236}">
                <a16:creationId xmlns:a16="http://schemas.microsoft.com/office/drawing/2014/main" id="{9B4307F3-560F-46E3-BBB6-0E57A10C0230}"/>
              </a:ext>
            </a:extLst>
          </p:cNvPr>
          <p:cNvPicPr>
            <a:picLocks noChangeAspect="1"/>
          </p:cNvPicPr>
          <p:nvPr userDrawn="1"/>
        </p:nvPicPr>
        <p:blipFill>
          <a:blip r:embed="rId3"/>
          <a:srcRect/>
          <a:stretch/>
        </p:blipFill>
        <p:spPr>
          <a:xfrm>
            <a:off x="588580" y="595948"/>
            <a:ext cx="2130545" cy="402335"/>
          </a:xfrm>
          <a:prstGeom prst="rect">
            <a:avLst/>
          </a:prstGeom>
        </p:spPr>
      </p:pic>
    </p:spTree>
    <p:extLst>
      <p:ext uri="{BB962C8B-B14F-4D97-AF65-F5344CB8AC3E}">
        <p14:creationId xmlns:p14="http://schemas.microsoft.com/office/powerpoint/2010/main" val="3167795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a:extLst>
              <a:ext uri="{FF2B5EF4-FFF2-40B4-BE49-F238E27FC236}">
                <a16:creationId xmlns:a16="http://schemas.microsoft.com/office/drawing/2014/main" id="{10C668BD-5334-4107-80B5-F20CC371B5EE}"/>
              </a:ext>
            </a:extLst>
          </p:cNvPr>
          <p:cNvPicPr>
            <a:picLocks noChangeAspect="1"/>
          </p:cNvPicPr>
          <p:nvPr userDrawn="1"/>
        </p:nvPicPr>
        <p:blipFill>
          <a:blip r:embed="rId2"/>
          <a:srcRect/>
          <a:stretch/>
        </p:blipFill>
        <p:spPr>
          <a:xfrm>
            <a:off x="0" y="6017392"/>
            <a:ext cx="12192000" cy="257996"/>
          </a:xfrm>
          <a:prstGeom prst="rect">
            <a:avLst/>
          </a:prstGeom>
        </p:spPr>
      </p:pic>
    </p:spTree>
    <p:extLst>
      <p:ext uri="{BB962C8B-B14F-4D97-AF65-F5344CB8AC3E}">
        <p14:creationId xmlns:p14="http://schemas.microsoft.com/office/powerpoint/2010/main" val="1531337368"/>
      </p:ext>
    </p:extLst>
  </p:cSld>
  <p:clrMapOvr>
    <a:masterClrMapping/>
  </p:clrMapOvr>
  <p:transition>
    <p:fade/>
  </p:transition>
  <p:extLst>
    <p:ext uri="{DCECCB84-F9BA-43D5-87BE-67443E8EF086}">
      <p15:sldGuideLst xmlns:p15="http://schemas.microsoft.com/office/powerpoint/2012/main">
        <p15:guide id="1" orient="horz" pos="288" userDrawn="1">
          <p15:clr>
            <a:srgbClr val="5ACBF0"/>
          </p15:clr>
        </p15:guide>
        <p15:guide id="2" orient="horz" pos="905" userDrawn="1">
          <p15:clr>
            <a:srgbClr val="5ACBF0"/>
          </p15:clr>
        </p15:guide>
        <p15:guide id="4" orient="horz" pos="1272" userDrawn="1">
          <p15:clr>
            <a:srgbClr val="5ACBF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a:extLst>
              <a:ext uri="{FF2B5EF4-FFF2-40B4-BE49-F238E27FC236}">
                <a16:creationId xmlns:a16="http://schemas.microsoft.com/office/drawing/2014/main" id="{10C668BD-5334-4107-80B5-F20CC371B5EE}"/>
              </a:ext>
            </a:extLst>
          </p:cNvPr>
          <p:cNvPicPr>
            <a:picLocks noChangeAspect="1"/>
          </p:cNvPicPr>
          <p:nvPr userDrawn="1"/>
        </p:nvPicPr>
        <p:blipFill rotWithShape="1">
          <a:blip r:embed="rId2"/>
          <a:srcRect l="65068" r="3128" b="-2655"/>
          <a:stretch/>
        </p:blipFill>
        <p:spPr>
          <a:xfrm rot="19139065">
            <a:off x="8891709" y="5698742"/>
            <a:ext cx="3877558" cy="264844"/>
          </a:xfrm>
          <a:prstGeom prst="rect">
            <a:avLst/>
          </a:prstGeom>
        </p:spPr>
      </p:pic>
      <p:sp>
        <p:nvSpPr>
          <p:cNvPr id="6" name="Rectangle 5">
            <a:extLst>
              <a:ext uri="{FF2B5EF4-FFF2-40B4-BE49-F238E27FC236}">
                <a16:creationId xmlns:a16="http://schemas.microsoft.com/office/drawing/2014/main" id="{F5B9A194-0050-4403-908B-C73446182F96}"/>
              </a:ext>
            </a:extLst>
          </p:cNvPr>
          <p:cNvSpPr/>
          <p:nvPr userDrawn="1"/>
        </p:nvSpPr>
        <p:spPr bwMode="auto">
          <a:xfrm>
            <a:off x="12192000" y="4307417"/>
            <a:ext cx="109538" cy="594783"/>
          </a:xfrm>
          <a:prstGeom prst="rect">
            <a:avLst/>
          </a:prstGeom>
          <a:solidFill>
            <a:srgbClr val="E6E6E6"/>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7">
            <a:extLst>
              <a:ext uri="{FF2B5EF4-FFF2-40B4-BE49-F238E27FC236}">
                <a16:creationId xmlns:a16="http://schemas.microsoft.com/office/drawing/2014/main" id="{42A3C893-F324-4D4D-8E9D-AB7655A48AAF}"/>
              </a:ext>
            </a:extLst>
          </p:cNvPr>
          <p:cNvSpPr/>
          <p:nvPr userDrawn="1"/>
        </p:nvSpPr>
        <p:spPr bwMode="auto">
          <a:xfrm>
            <a:off x="9116483" y="6858000"/>
            <a:ext cx="1023197" cy="345432"/>
          </a:xfrm>
          <a:prstGeom prst="rect">
            <a:avLst/>
          </a:prstGeom>
          <a:solidFill>
            <a:srgbClr val="E6E6E6"/>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gradFill>
                <a:gsLst>
                  <a:gs pos="0">
                    <a:srgbClr val="FFFFFF"/>
                  </a:gs>
                  <a:gs pos="100000">
                    <a:srgbClr val="FFFFFF"/>
                  </a:gs>
                </a:gsLst>
                <a:lin ang="5400000" scaled="0"/>
              </a:gradFill>
              <a:ea typeface="Segoe UI" pitchFamily="34" charset="0"/>
              <a:cs typeface="Segoe UI" pitchFamily="34" charset="0"/>
            </a:endParaRPr>
          </a:p>
        </p:txBody>
      </p:sp>
    </p:spTree>
    <p:extLst>
      <p:ext uri="{BB962C8B-B14F-4D97-AF65-F5344CB8AC3E}">
        <p14:creationId xmlns:p14="http://schemas.microsoft.com/office/powerpoint/2010/main" val="469687563"/>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19257456"/>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584200" y="1435497"/>
            <a:ext cx="11018520" cy="23083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Picture 3">
            <a:extLst>
              <a:ext uri="{FF2B5EF4-FFF2-40B4-BE49-F238E27FC236}">
                <a16:creationId xmlns:a16="http://schemas.microsoft.com/office/drawing/2014/main" id="{6415E271-3B4B-422B-BBB7-732E9892FAC5}"/>
              </a:ext>
            </a:extLst>
          </p:cNvPr>
          <p:cNvPicPr>
            <a:picLocks noChangeAspect="1"/>
          </p:cNvPicPr>
          <p:nvPr userDrawn="1"/>
        </p:nvPicPr>
        <p:blipFill>
          <a:blip r:embed="rId2"/>
          <a:srcRect/>
          <a:stretch/>
        </p:blipFill>
        <p:spPr>
          <a:xfrm>
            <a:off x="0" y="6017392"/>
            <a:ext cx="12192000" cy="257996"/>
          </a:xfrm>
          <a:prstGeom prst="rect">
            <a:avLst/>
          </a:prstGeom>
        </p:spPr>
      </p:pic>
    </p:spTree>
    <p:extLst>
      <p:ext uri="{BB962C8B-B14F-4D97-AF65-F5344CB8AC3E}">
        <p14:creationId xmlns:p14="http://schemas.microsoft.com/office/powerpoint/2010/main" val="1703268474"/>
      </p:ext>
    </p:extLst>
  </p:cSld>
  <p:clrMapOvr>
    <a:masterClrMapping/>
  </p:clrMapOvr>
  <p:transition>
    <p:fade/>
  </p:transition>
  <p:extLst>
    <p:ext uri="{DCECCB84-F9BA-43D5-87BE-67443E8EF086}">
      <p15:sldGuideLst xmlns:p15="http://schemas.microsoft.com/office/powerpoint/2012/main">
        <p15:guide id="2" orient="horz" pos="1272" userDrawn="1">
          <p15:clr>
            <a:srgbClr val="5ACBF0"/>
          </p15:clr>
        </p15:guide>
        <p15:guide id="3" orient="horz" pos="288" userDrawn="1">
          <p15:clr>
            <a:srgbClr val="5ACBF0"/>
          </p15:clr>
        </p15:guide>
        <p15:guide id="5" orient="horz" pos="904" userDrawn="1">
          <p15:clr>
            <a:srgbClr val="5ACBF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584200" y="1435497"/>
            <a:ext cx="11018520" cy="23083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75728343"/>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Semilight" panose="020B0402040204020203" pitchFamily="34" charset="0"/>
                <a:cs typeface="Segoe UI Semilight" panose="020B04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Semilight" panose="020B0402040204020203" pitchFamily="34" charset="0"/>
                <a:cs typeface="Segoe UI Semilight" panose="020B04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92018982"/>
      </p:ext>
    </p:extLst>
  </p:cSld>
  <p:clrMapOvr>
    <a:masterClrMapping/>
  </p:clrMapOvr>
  <p:transition>
    <p:fade/>
  </p:transition>
  <p:extLst>
    <p:ext uri="{DCECCB84-F9BA-43D5-87BE-67443E8EF086}">
      <p15:sldGuideLst xmlns:p15="http://schemas.microsoft.com/office/powerpoint/2012/main">
        <p15:guide id="1" orient="horz" pos="288" userDrawn="1">
          <p15:clr>
            <a:srgbClr val="5ACBF0"/>
          </p15:clr>
        </p15:guide>
        <p15:guide id="2" orient="horz" pos="1272" userDrawn="1">
          <p15:clr>
            <a:srgbClr val="5ACBF0"/>
          </p15:clr>
        </p15:guide>
        <p15:guide id="3" orient="horz" pos="904" userDrawn="1">
          <p15:clr>
            <a:srgbClr val="5ACBF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4200" y="1437481"/>
            <a:ext cx="5212080" cy="1649682"/>
          </a:xfrm>
        </p:spPr>
        <p:txBody>
          <a:bodyPr wrap="square">
            <a:spAutoFit/>
          </a:bodyPr>
          <a:lstStyle>
            <a:lvl1pPr marL="231775" indent="-231775">
              <a:spcBef>
                <a:spcPts val="1224"/>
              </a:spcBef>
              <a:buClr>
                <a:schemeClr val="tx1"/>
              </a:buClr>
              <a:buFont typeface="Wingdings" panose="05000000000000000000" pitchFamily="2" charset="2"/>
              <a:buChar char=""/>
              <a:defRPr sz="2800" b="0">
                <a:latin typeface="Segoe UI Semilight" panose="020B0402040204020203" pitchFamily="34" charset="0"/>
                <a:cs typeface="Segoe UI Semilight" panose="020B0402040204020203" pitchFamily="34" charset="0"/>
              </a:defRPr>
            </a:lvl1pPr>
            <a:lvl2pPr marL="427038" indent="-171450">
              <a:buFont typeface="Wingdings" panose="05000000000000000000" pitchFamily="2" charset="2"/>
              <a:buChar char=""/>
              <a:defRPr sz="2000" b="0"/>
            </a:lvl2pPr>
            <a:lvl3pPr marL="639763" indent="-188913">
              <a:buFont typeface="Wingdings" panose="05000000000000000000" pitchFamily="2" charset="2"/>
              <a:buChar char=""/>
              <a:tabLst/>
              <a:defRPr sz="1600" b="0"/>
            </a:lvl3pPr>
            <a:lvl4pPr marL="828675" indent="-176213">
              <a:buFont typeface="Wingdings" panose="05000000000000000000" pitchFamily="2" charset="2"/>
              <a:buChar char=""/>
              <a:defRPr sz="1400" b="0"/>
            </a:lvl4pPr>
            <a:lvl5pPr marL="1023938" indent="-169863">
              <a:buFont typeface="Wingdings" panose="05000000000000000000" pitchFamily="2" charset="2"/>
              <a:buChar char=""/>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5278796-7B84-4D67-88CD-BF78BB06D214}"/>
              </a:ext>
            </a:extLst>
          </p:cNvPr>
          <p:cNvSpPr>
            <a:spLocks noGrp="1"/>
          </p:cNvSpPr>
          <p:nvPr>
            <p:ph type="body" sz="quarter" idx="11"/>
          </p:nvPr>
        </p:nvSpPr>
        <p:spPr>
          <a:xfrm>
            <a:off x="6389914" y="1437481"/>
            <a:ext cx="5212080" cy="1649682"/>
          </a:xfrm>
        </p:spPr>
        <p:txBody>
          <a:bodyPr wrap="square">
            <a:spAutoFit/>
          </a:bodyPr>
          <a:lstStyle>
            <a:lvl1pPr marL="231775" indent="-231775">
              <a:spcBef>
                <a:spcPts val="1224"/>
              </a:spcBef>
              <a:buClr>
                <a:schemeClr val="tx1"/>
              </a:buClr>
              <a:buFont typeface="Wingdings" panose="05000000000000000000" pitchFamily="2" charset="2"/>
              <a:buChar char=""/>
              <a:defRPr sz="2800" b="0">
                <a:latin typeface="Segoe UI Semilight" panose="020B0402040204020203" pitchFamily="34" charset="0"/>
                <a:cs typeface="Segoe UI Semilight" panose="020B0402040204020203" pitchFamily="34" charset="0"/>
              </a:defRPr>
            </a:lvl1pPr>
            <a:lvl2pPr marL="427038" indent="-171450">
              <a:buFont typeface="Wingdings" panose="05000000000000000000" pitchFamily="2" charset="2"/>
              <a:buChar char=""/>
              <a:defRPr sz="2000" b="0"/>
            </a:lvl2pPr>
            <a:lvl3pPr marL="639763" indent="-188913">
              <a:buFont typeface="Wingdings" panose="05000000000000000000" pitchFamily="2" charset="2"/>
              <a:buChar char=""/>
              <a:tabLst/>
              <a:defRPr sz="1600" b="0"/>
            </a:lvl3pPr>
            <a:lvl4pPr marL="828675" indent="-176213">
              <a:buFont typeface="Wingdings" panose="05000000000000000000" pitchFamily="2" charset="2"/>
              <a:buChar char=""/>
              <a:defRPr sz="1400" b="0"/>
            </a:lvl4pPr>
            <a:lvl5pPr marL="1023938" indent="-169863">
              <a:buFont typeface="Wingdings" panose="05000000000000000000" pitchFamily="2" charset="2"/>
              <a:buChar char=""/>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79946700"/>
      </p:ext>
    </p:extLst>
  </p:cSld>
  <p:clrMapOvr>
    <a:masterClrMapping/>
  </p:clrMapOvr>
  <p:transition>
    <p:fade/>
  </p:transition>
  <p:extLst>
    <p:ext uri="{DCECCB84-F9BA-43D5-87BE-67443E8EF086}">
      <p15:sldGuideLst xmlns:p15="http://schemas.microsoft.com/office/powerpoint/2012/main">
        <p15:guide id="1" orient="horz" pos="288" userDrawn="1">
          <p15:clr>
            <a:srgbClr val="5ACBF0"/>
          </p15:clr>
        </p15:guide>
        <p15:guide id="2" orient="horz" pos="1276" userDrawn="1">
          <p15:clr>
            <a:srgbClr val="5ACBF0"/>
          </p15:clr>
        </p15:guide>
        <p15:guide id="3" orient="horz" pos="904" userDrawn="1">
          <p15:clr>
            <a:srgbClr val="5ACBF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2754DF-CB0E-46F9-AA3C-00BC673EBDF3}"/>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189335521"/>
      </p:ext>
    </p:extLst>
  </p:cSld>
  <p:clrMapOvr>
    <a:masterClrMapping/>
  </p:clrMapOvr>
  <p:transition>
    <p:fade/>
  </p:transition>
  <p:extLst>
    <p:ext uri="{DCECCB84-F9BA-43D5-87BE-67443E8EF086}">
      <p15:sldGuideLst xmlns:p15="http://schemas.microsoft.com/office/powerpoint/2012/main">
        <p15:guide id="3" orient="horz" pos="900" userDrawn="1">
          <p15:clr>
            <a:srgbClr val="5ACBF0"/>
          </p15:clr>
        </p15:guide>
        <p15:guide id="4" orient="horz" pos="1276" userDrawn="1">
          <p15:clr>
            <a:srgbClr val="5ACBF0"/>
          </p15:clr>
        </p15:guide>
        <p15:guide id="5" orient="horz" pos="288" userDrawn="1">
          <p15:clr>
            <a:srgbClr val="5ACBF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Only with gri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D31026A-4A74-439D-A8F5-DB82A03E713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30798454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mall title - half page">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72410"/>
          </a:xfrm>
        </p:spPr>
        <p:txBody>
          <a:bodyPr tIns="64008"/>
          <a:lstStyle>
            <a:lvl1pPr>
              <a:defRPr sz="2000" spc="0">
                <a:latin typeface="+mj-lt"/>
                <a:cs typeface="Segoe UI"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3243858526"/>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userDrawn="1">
          <p15:clr>
            <a:srgbClr val="5ACBF0"/>
          </p15:clr>
        </p15:guide>
        <p15:guide id="29" orient="horz" pos="1271" userDrawn="1">
          <p15:clr>
            <a:srgbClr val="5ACBF0"/>
          </p15:clr>
        </p15:guide>
        <p15:guide id="30" orient="horz" pos="288" userDrawn="1">
          <p15:clr>
            <a:srgbClr val="5ACBF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 Square Photo ">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4200" y="2025650"/>
            <a:ext cx="4161981" cy="1107996"/>
          </a:xfrm>
        </p:spPr>
        <p:txBody>
          <a:bodyPr wrap="square" rIns="0" anchor="b">
            <a:spAutoFit/>
          </a:bodyPr>
          <a:lstStyle>
            <a:lvl1pPr>
              <a:lnSpc>
                <a:spcPct val="100000"/>
              </a:lnSpc>
              <a:defRPr sz="3600" b="0" spc="-49" baseline="0">
                <a:gradFill>
                  <a:gsLst>
                    <a:gs pos="1250">
                      <a:schemeClr val="tx1"/>
                    </a:gs>
                    <a:gs pos="100000">
                      <a:schemeClr val="tx1"/>
                    </a:gs>
                  </a:gsLst>
                  <a:lin ang="5400000" scaled="0"/>
                </a:gradFill>
                <a:latin typeface="+mj-lt"/>
                <a:cs typeface="Segoe UI Semilight" panose="020B0402040204020203" pitchFamily="34" charset="0"/>
              </a:defRPr>
            </a:lvl1pPr>
          </a:lstStyle>
          <a:p>
            <a:r>
              <a:rPr lang="en-US"/>
              <a:t>Title format square photo layout </a:t>
            </a:r>
          </a:p>
        </p:txBody>
      </p:sp>
      <p:sp>
        <p:nvSpPr>
          <p:cNvPr id="4" name="Text Placeholder 3">
            <a:extLst>
              <a:ext uri="{FF2B5EF4-FFF2-40B4-BE49-F238E27FC236}">
                <a16:creationId xmlns:a16="http://schemas.microsoft.com/office/drawing/2014/main" id="{0E780C89-4FC1-4FE7-AFCA-1C41A1B0944C}"/>
              </a:ext>
            </a:extLst>
          </p:cNvPr>
          <p:cNvSpPr>
            <a:spLocks noGrp="1"/>
          </p:cNvSpPr>
          <p:nvPr>
            <p:ph type="body" sz="quarter" idx="10"/>
          </p:nvPr>
        </p:nvSpPr>
        <p:spPr>
          <a:xfrm>
            <a:off x="584200" y="3535541"/>
            <a:ext cx="4162425" cy="307777"/>
          </a:xfrm>
        </p:spPr>
        <p:txBody>
          <a:bodyPr/>
          <a:lstStyle>
            <a:lvl1pPr marL="0" indent="0">
              <a:buNone/>
              <a:defRPr sz="2000">
                <a:latin typeface="+mn-lt"/>
              </a:defRPr>
            </a:lvl1pPr>
            <a:lvl2pPr marL="228600" indent="0">
              <a:buNone/>
              <a:defRPr/>
            </a:lvl2pPr>
            <a:lvl3pPr marL="457200" indent="0">
              <a:buNone/>
              <a:defRPr/>
            </a:lvl3pPr>
            <a:lvl4pPr marL="661988" indent="0">
              <a:buNone/>
              <a:defRPr/>
            </a:lvl4pPr>
            <a:lvl5pPr marL="855663" indent="0">
              <a:buNone/>
              <a:defRPr/>
            </a:lvl5pPr>
          </a:lstStyle>
          <a:p>
            <a:pPr lvl="0"/>
            <a:r>
              <a:rPr lang="en-US"/>
              <a:t>Click to edit Master text styles</a:t>
            </a:r>
          </a:p>
        </p:txBody>
      </p:sp>
      <p:sp>
        <p:nvSpPr>
          <p:cNvPr id="5" name="Picture Placeholder">
            <a:extLst>
              <a:ext uri="{FF2B5EF4-FFF2-40B4-BE49-F238E27FC236}">
                <a16:creationId xmlns:a16="http://schemas.microsoft.com/office/drawing/2014/main" id="{6178F5D2-7CA2-4202-8FD2-95D8F7A2E98D}"/>
              </a:ext>
            </a:extLst>
          </p:cNvPr>
          <p:cNvSpPr>
            <a:spLocks noGrp="1"/>
          </p:cNvSpPr>
          <p:nvPr>
            <p:ph type="pic" sz="quarter" idx="11" hasCustomPrompt="1"/>
          </p:nvPr>
        </p:nvSpPr>
        <p:spPr bwMode="gray">
          <a:xfrm>
            <a:off x="5334000" y="0"/>
            <a:ext cx="6858000" cy="6858000"/>
          </a:xfrm>
          <a:blipFill>
            <a:blip r:embed="rId2"/>
            <a:stretch>
              <a:fillRect/>
            </a:stretch>
          </a:blipFill>
        </p:spPr>
        <p:txBody>
          <a:bodyPr lIns="0" tIns="2011680" rIns="0" anchor="t" anchorCtr="0">
            <a:noAutofit/>
          </a:bodyPr>
          <a:lstStyle>
            <a:lvl1pPr marL="0" indent="0" algn="ctr">
              <a:lnSpc>
                <a:spcPct val="100000"/>
              </a:lnSpc>
              <a:buNone/>
              <a:defRPr sz="16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Tree>
    <p:extLst>
      <p:ext uri="{BB962C8B-B14F-4D97-AF65-F5344CB8AC3E}">
        <p14:creationId xmlns:p14="http://schemas.microsoft.com/office/powerpoint/2010/main" val="728665027"/>
      </p:ext>
    </p:extLst>
  </p:cSld>
  <p:clrMapOvr>
    <a:masterClrMapping/>
  </p:clrMapOvr>
  <p:transition>
    <p:fade/>
  </p:transition>
  <p:extLst>
    <p:ext uri="{DCECCB84-F9BA-43D5-87BE-67443E8EF086}">
      <p15:sldGuideLst xmlns:p15="http://schemas.microsoft.com/office/powerpoint/2012/main">
        <p15:guide id="2" pos="3360" userDrawn="1">
          <p15:clr>
            <a:srgbClr val="FBAE40"/>
          </p15:clr>
        </p15:guide>
        <p15:guide id="6" orient="horz" pos="904">
          <p15:clr>
            <a:srgbClr val="5ACBF0"/>
          </p15:clr>
        </p15:guide>
        <p15:guide id="7" orient="horz" pos="1276">
          <p15:clr>
            <a:srgbClr val="5ACBF0"/>
          </p15:clr>
        </p15:guide>
        <p15:guide id="8" orient="horz" pos="2226">
          <p15:clr>
            <a:srgbClr val="5ACBF0"/>
          </p15:clr>
        </p15:guide>
        <p15:guide id="10" pos="3729" userDrawn="1">
          <p15:clr>
            <a:srgbClr val="C35EA4"/>
          </p15:clr>
        </p15:guide>
        <p15:guide id="11" pos="2993">
          <p15:clr>
            <a:srgbClr val="5ACBF0"/>
          </p15:clr>
        </p15:guide>
        <p15:guide id="12" pos="3543" userDrawn="1">
          <p15:clr>
            <a:srgbClr val="A4A3A4"/>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quare Photo ">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4025" y="2875002"/>
            <a:ext cx="4161981" cy="1107996"/>
          </a:xfrm>
        </p:spPr>
        <p:txBody>
          <a:bodyPr wrap="square" rIns="0" anchor="ctr" anchorCtr="0">
            <a:spAutoFit/>
          </a:bodyPr>
          <a:lstStyle>
            <a:lvl1pPr>
              <a:lnSpc>
                <a:spcPct val="100000"/>
              </a:lnSpc>
              <a:defRPr sz="3600" b="0" spc="-49" baseline="0">
                <a:gradFill>
                  <a:gsLst>
                    <a:gs pos="1250">
                      <a:schemeClr val="tx1"/>
                    </a:gs>
                    <a:gs pos="100000">
                      <a:schemeClr val="tx1"/>
                    </a:gs>
                  </a:gsLst>
                  <a:lin ang="5400000" scaled="0"/>
                </a:gradFill>
                <a:latin typeface="+mj-lt"/>
                <a:cs typeface="Segoe UI Semilight" panose="020B0402040204020203" pitchFamily="34" charset="0"/>
              </a:defRPr>
            </a:lvl1pPr>
          </a:lstStyle>
          <a:p>
            <a:r>
              <a:rPr lang="en-US"/>
              <a:t>Square photo layout with Title  </a:t>
            </a:r>
          </a:p>
        </p:txBody>
      </p:sp>
      <p:sp>
        <p:nvSpPr>
          <p:cNvPr id="4" name="Picture Placeholder">
            <a:extLst>
              <a:ext uri="{FF2B5EF4-FFF2-40B4-BE49-F238E27FC236}">
                <a16:creationId xmlns:a16="http://schemas.microsoft.com/office/drawing/2014/main" id="{3956AAB8-C2DF-40F3-A72B-0FA6F47702E6}"/>
              </a:ext>
            </a:extLst>
          </p:cNvPr>
          <p:cNvSpPr>
            <a:spLocks noGrp="1"/>
          </p:cNvSpPr>
          <p:nvPr>
            <p:ph type="pic" sz="quarter" idx="11" hasCustomPrompt="1"/>
          </p:nvPr>
        </p:nvSpPr>
        <p:spPr bwMode="gray">
          <a:xfrm>
            <a:off x="5334000" y="0"/>
            <a:ext cx="6858000" cy="6858000"/>
          </a:xfrm>
          <a:blipFill>
            <a:blip r:embed="rId2"/>
            <a:stretch>
              <a:fillRect/>
            </a:stretch>
          </a:blipFill>
        </p:spPr>
        <p:txBody>
          <a:bodyPr lIns="0" tIns="2011680" rIns="0" anchor="t" anchorCtr="0">
            <a:noAutofit/>
          </a:bodyPr>
          <a:lstStyle>
            <a:lvl1pPr marL="0" indent="0" algn="ctr">
              <a:lnSpc>
                <a:spcPct val="100000"/>
              </a:lnSpc>
              <a:buNone/>
              <a:defRPr sz="16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Tree>
    <p:extLst>
      <p:ext uri="{BB962C8B-B14F-4D97-AF65-F5344CB8AC3E}">
        <p14:creationId xmlns:p14="http://schemas.microsoft.com/office/powerpoint/2010/main" val="2689229390"/>
      </p:ext>
    </p:extLst>
  </p:cSld>
  <p:clrMapOvr>
    <a:masterClrMapping/>
  </p:clrMapOvr>
  <p:transition>
    <p:fade/>
  </p:transition>
  <p:extLst>
    <p:ext uri="{DCECCB84-F9BA-43D5-87BE-67443E8EF086}">
      <p15:sldGuideLst xmlns:p15="http://schemas.microsoft.com/office/powerpoint/2012/main">
        <p15:guide id="2" pos="3360" userDrawn="1">
          <p15:clr>
            <a:srgbClr val="FBAE40"/>
          </p15:clr>
        </p15:guide>
        <p15:guide id="5" orient="horz" pos="2160">
          <p15:clr>
            <a:srgbClr val="FBAE40"/>
          </p15:clr>
        </p15:guide>
        <p15:guide id="6" pos="2991">
          <p15:clr>
            <a:srgbClr val="5ACBF0"/>
          </p15:clr>
        </p15:guide>
        <p15:guide id="7" pos="3728" userDrawn="1">
          <p15:clr>
            <a:srgbClr val="C35EA4"/>
          </p15:clr>
        </p15:guide>
        <p15:guide id="8" pos="3544" userDrawn="1">
          <p15:clr>
            <a:srgbClr val="A4A3A4"/>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quare Photo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4200" y="2981637"/>
            <a:ext cx="4160520" cy="861774"/>
          </a:xfrm>
        </p:spPr>
        <p:txBody>
          <a:bodyPr wrap="square" anchor="t">
            <a:spAutoFit/>
          </a:bodyPr>
          <a:lstStyle>
            <a:lvl1pPr>
              <a:lnSpc>
                <a:spcPct val="100000"/>
              </a:lnSpc>
              <a:defRPr sz="2800" b="0" spc="0" baseline="0">
                <a:gradFill>
                  <a:gsLst>
                    <a:gs pos="1250">
                      <a:schemeClr val="tx1"/>
                    </a:gs>
                    <a:gs pos="100000">
                      <a:schemeClr val="tx1"/>
                    </a:gs>
                  </a:gsLst>
                  <a:lin ang="5400000" scaled="0"/>
                </a:gradFill>
                <a:latin typeface="+mj-lt"/>
                <a:cs typeface="Segoe UI Semilight" panose="020B0402040204020203" pitchFamily="34" charset="0"/>
              </a:defRPr>
            </a:lvl1pPr>
          </a:lstStyle>
          <a:p>
            <a:r>
              <a:rPr lang="en-US"/>
              <a:t>Square photo layout with smaller text</a:t>
            </a:r>
          </a:p>
        </p:txBody>
      </p:sp>
      <p:sp>
        <p:nvSpPr>
          <p:cNvPr id="4" name="Picture Placeholder">
            <a:extLst>
              <a:ext uri="{FF2B5EF4-FFF2-40B4-BE49-F238E27FC236}">
                <a16:creationId xmlns:a16="http://schemas.microsoft.com/office/drawing/2014/main" id="{18102CFD-D7DD-461F-B675-FAE01404E555}"/>
              </a:ext>
            </a:extLst>
          </p:cNvPr>
          <p:cNvSpPr>
            <a:spLocks noGrp="1"/>
          </p:cNvSpPr>
          <p:nvPr>
            <p:ph type="pic" sz="quarter" idx="11" hasCustomPrompt="1"/>
          </p:nvPr>
        </p:nvSpPr>
        <p:spPr bwMode="gray">
          <a:xfrm>
            <a:off x="5334000" y="0"/>
            <a:ext cx="6858000" cy="6858000"/>
          </a:xfrm>
          <a:blipFill>
            <a:blip r:embed="rId2"/>
            <a:stretch>
              <a:fillRect/>
            </a:stretch>
          </a:blipFill>
        </p:spPr>
        <p:txBody>
          <a:bodyPr lIns="0" tIns="2011680" rIns="0" anchor="t" anchorCtr="0">
            <a:noAutofit/>
          </a:bodyPr>
          <a:lstStyle>
            <a:lvl1pPr marL="0" indent="0" algn="ctr">
              <a:lnSpc>
                <a:spcPct val="100000"/>
              </a:lnSpc>
              <a:buNone/>
              <a:defRPr sz="16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Tree>
    <p:extLst>
      <p:ext uri="{BB962C8B-B14F-4D97-AF65-F5344CB8AC3E}">
        <p14:creationId xmlns:p14="http://schemas.microsoft.com/office/powerpoint/2010/main" val="2429512451"/>
      </p:ext>
    </p:extLst>
  </p:cSld>
  <p:clrMapOvr>
    <a:masterClrMapping/>
  </p:clrMapOvr>
  <p:transition>
    <p:fade/>
  </p:transition>
  <p:extLst>
    <p:ext uri="{DCECCB84-F9BA-43D5-87BE-67443E8EF086}">
      <p15:sldGuideLst xmlns:p15="http://schemas.microsoft.com/office/powerpoint/2012/main">
        <p15:guide id="2" pos="3360">
          <p15:clr>
            <a:srgbClr val="FBAE40"/>
          </p15:clr>
        </p15:guide>
        <p15:guide id="3" orient="horz" pos="1877">
          <p15:clr>
            <a:srgbClr val="5ACBF0"/>
          </p15:clr>
        </p15:guide>
        <p15:guide id="4" pos="3731" userDrawn="1">
          <p15:clr>
            <a:srgbClr val="C35EA4"/>
          </p15:clr>
        </p15:guide>
        <p15:guide id="5" pos="2993">
          <p15:clr>
            <a:srgbClr val="5ACBF0"/>
          </p15:clr>
        </p15:guide>
        <p15:guide id="6" pos="3547" userDrawn="1">
          <p15:clr>
            <a:srgbClr val="A4A3A4"/>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emo slide">
    <p:bg>
      <p:bgRef idx="1001">
        <a:schemeClr val="bg1"/>
      </p:bgRef>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A6DDEDED-E833-4EEC-B013-F77EC5C26ED8}"/>
              </a:ext>
            </a:extLst>
          </p:cNvPr>
          <p:cNvSpPr>
            <a:spLocks noGrp="1"/>
          </p:cNvSpPr>
          <p:nvPr>
            <p:ph type="title" hasCustomPrompt="1"/>
          </p:nvPr>
        </p:nvSpPr>
        <p:spPr>
          <a:xfrm>
            <a:off x="585216" y="3011827"/>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rgbClr val="1A1A1A"/>
                </a:solidFill>
                <a:effectLst/>
                <a:latin typeface="+mj-lt"/>
                <a:ea typeface="+mn-ea"/>
                <a:cs typeface="Segoe UI" pitchFamily="34" charset="0"/>
              </a:defRPr>
            </a:lvl1pPr>
          </a:lstStyle>
          <a:p>
            <a:r>
              <a:rPr lang="en-US"/>
              <a:t>Demo title</a:t>
            </a:r>
          </a:p>
        </p:txBody>
      </p:sp>
      <p:sp>
        <p:nvSpPr>
          <p:cNvPr id="9" name="Text Placeholder 4">
            <a:extLst>
              <a:ext uri="{FF2B5EF4-FFF2-40B4-BE49-F238E27FC236}">
                <a16:creationId xmlns:a16="http://schemas.microsoft.com/office/drawing/2014/main" id="{C3AC5816-9323-4710-BEBB-A91B469F8643}"/>
              </a:ext>
            </a:extLst>
          </p:cNvPr>
          <p:cNvSpPr>
            <a:spLocks noGrp="1"/>
          </p:cNvSpPr>
          <p:nvPr>
            <p:ph type="body" sz="quarter" idx="12" hasCustomPrompt="1"/>
          </p:nvPr>
        </p:nvSpPr>
        <p:spPr>
          <a:xfrm>
            <a:off x="594594" y="3631802"/>
            <a:ext cx="9144000" cy="307777"/>
          </a:xfrm>
          <a:noFill/>
        </p:spPr>
        <p:txBody>
          <a:bodyPr lIns="0" tIns="0" rIns="0" bIns="0">
            <a:spAutoFit/>
          </a:bodyPr>
          <a:lstStyle>
            <a:lvl1pPr marL="0" indent="0">
              <a:spcBef>
                <a:spcPts val="0"/>
              </a:spcBef>
              <a:spcAft>
                <a:spcPts val="0"/>
              </a:spcAft>
              <a:buFont typeface="Arial" panose="020B0604020202020204" pitchFamily="34" charset="0"/>
              <a:buNone/>
              <a:defRPr sz="2000" spc="0" baseline="0">
                <a:solidFill>
                  <a:srgbClr val="1A1A1A"/>
                </a:solidFill>
                <a:latin typeface="+mn-lt"/>
              </a:defRPr>
            </a:lvl1pPr>
          </a:lstStyle>
          <a:p>
            <a:pPr lvl="0"/>
            <a:r>
              <a:rPr lang="en-US"/>
              <a:t>Speaker name</a:t>
            </a:r>
          </a:p>
        </p:txBody>
      </p:sp>
      <p:pic>
        <p:nvPicPr>
          <p:cNvPr id="12" name="Picture 11">
            <a:extLst>
              <a:ext uri="{FF2B5EF4-FFF2-40B4-BE49-F238E27FC236}">
                <a16:creationId xmlns:a16="http://schemas.microsoft.com/office/drawing/2014/main" id="{5EDCF80E-6B7F-428C-A2FD-CBB8DE40FA67}"/>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77440555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Video slide">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gradFill>
                  <a:gsLst>
                    <a:gs pos="62564">
                      <a:schemeClr val="tx1"/>
                    </a:gs>
                    <a:gs pos="55000">
                      <a:schemeClr val="tx1"/>
                    </a:gs>
                  </a:gsLst>
                  <a:lin ang="5400000" scaled="0"/>
                </a:gradFill>
                <a:effectLst/>
                <a:latin typeface="+mj-lt"/>
                <a:ea typeface="+mn-ea"/>
                <a:cs typeface="Segoe UI" pitchFamily="34" charset="0"/>
              </a:defRPr>
            </a:lvl1pPr>
          </a:lstStyle>
          <a:p>
            <a:r>
              <a:rPr lang="en-US"/>
              <a:t>Video</a:t>
            </a:r>
          </a:p>
        </p:txBody>
      </p:sp>
      <p:pic>
        <p:nvPicPr>
          <p:cNvPr id="6" name="Picture 5">
            <a:extLst>
              <a:ext uri="{FF2B5EF4-FFF2-40B4-BE49-F238E27FC236}">
                <a16:creationId xmlns:a16="http://schemas.microsoft.com/office/drawing/2014/main" id="{9CDF55C9-7B02-489C-84E0-60C286D78290}"/>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172114844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1">
          <p15:clr>
            <a:srgbClr val="5ACBF0"/>
          </p15:clr>
        </p15:guide>
        <p15:guide id="3" orient="horz" pos="1914">
          <p15:clr>
            <a:srgbClr val="5ACBF0"/>
          </p15:clr>
        </p15:guide>
        <p15:guide id="4" orient="horz" pos="2505">
          <p15:clr>
            <a:srgbClr val="5ACBF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ection Title">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gradFill>
                  <a:gsLst>
                    <a:gs pos="62564">
                      <a:schemeClr val="tx1"/>
                    </a:gs>
                    <a:gs pos="55000">
                      <a:schemeClr val="tx1"/>
                    </a:gs>
                  </a:gsLst>
                  <a:lin ang="5400000" scaled="0"/>
                </a:gradFill>
                <a:effectLst/>
                <a:latin typeface="+mj-lt"/>
                <a:ea typeface="+mn-ea"/>
                <a:cs typeface="Segoe UI" pitchFamily="34" charset="0"/>
              </a:defRPr>
            </a:lvl1pPr>
          </a:lstStyle>
          <a:p>
            <a:r>
              <a:rPr lang="en-US"/>
              <a:t>Section title</a:t>
            </a:r>
          </a:p>
        </p:txBody>
      </p:sp>
      <p:pic>
        <p:nvPicPr>
          <p:cNvPr id="6" name="Picture 5">
            <a:extLst>
              <a:ext uri="{FF2B5EF4-FFF2-40B4-BE49-F238E27FC236}">
                <a16:creationId xmlns:a16="http://schemas.microsoft.com/office/drawing/2014/main" id="{D5A1E839-872B-4CB0-B625-2E6BC8340D9E}"/>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42782992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userDrawn="1">
          <p15:clr>
            <a:srgbClr val="5ACBF0"/>
          </p15:clr>
        </p15:guide>
        <p15:guide id="3" orient="horz" pos="1910" userDrawn="1">
          <p15:clr>
            <a:srgbClr val="5ACBF0"/>
          </p15:clr>
        </p15:guide>
        <p15:guide id="4" orient="horz" pos="2505" userDrawn="1">
          <p15:clr>
            <a:srgbClr val="5ACBF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Demo slide_2">
    <p:bg>
      <p:bgPr>
        <a:solidFill>
          <a:srgbClr val="F2F2F2"/>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507A9781-335A-4D50-9C58-D8971A7B2AE2}"/>
              </a:ext>
            </a:extLst>
          </p:cNvPr>
          <p:cNvSpPr>
            <a:spLocks noGrp="1"/>
          </p:cNvSpPr>
          <p:nvPr>
            <p:ph type="title" hasCustomPrompt="1"/>
          </p:nvPr>
        </p:nvSpPr>
        <p:spPr>
          <a:xfrm>
            <a:off x="585216" y="3011819"/>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rgbClr val="1A1A1A"/>
                </a:solidFill>
                <a:effectLst/>
                <a:latin typeface="+mj-lt"/>
                <a:ea typeface="+mn-ea"/>
                <a:cs typeface="Segoe UI" pitchFamily="34" charset="0"/>
              </a:defRPr>
            </a:lvl1pPr>
          </a:lstStyle>
          <a:p>
            <a:r>
              <a:rPr lang="en-US"/>
              <a:t>Demo title</a:t>
            </a:r>
          </a:p>
        </p:txBody>
      </p:sp>
      <p:sp>
        <p:nvSpPr>
          <p:cNvPr id="8" name="Text Placeholder 4">
            <a:extLst>
              <a:ext uri="{FF2B5EF4-FFF2-40B4-BE49-F238E27FC236}">
                <a16:creationId xmlns:a16="http://schemas.microsoft.com/office/drawing/2014/main" id="{F17C6D5B-3F62-494F-A40D-0D2FB4FFC7D8}"/>
              </a:ext>
            </a:extLst>
          </p:cNvPr>
          <p:cNvSpPr>
            <a:spLocks noGrp="1"/>
          </p:cNvSpPr>
          <p:nvPr>
            <p:ph type="body" sz="quarter" idx="12" hasCustomPrompt="1"/>
          </p:nvPr>
        </p:nvSpPr>
        <p:spPr>
          <a:xfrm>
            <a:off x="594594" y="3631794"/>
            <a:ext cx="9144000" cy="307777"/>
          </a:xfrm>
          <a:noFill/>
        </p:spPr>
        <p:txBody>
          <a:bodyPr lIns="0" tIns="0" rIns="0" bIns="0">
            <a:spAutoFit/>
          </a:bodyPr>
          <a:lstStyle>
            <a:lvl1pPr marL="0" indent="0">
              <a:spcBef>
                <a:spcPts val="0"/>
              </a:spcBef>
              <a:spcAft>
                <a:spcPts val="0"/>
              </a:spcAft>
              <a:buFont typeface="Arial" panose="020B0604020202020204" pitchFamily="34" charset="0"/>
              <a:buNone/>
              <a:defRPr sz="2000" spc="0" baseline="0">
                <a:solidFill>
                  <a:srgbClr val="1A1A1A"/>
                </a:solidFill>
                <a:latin typeface="+mn-lt"/>
              </a:defRPr>
            </a:lvl1pPr>
          </a:lstStyle>
          <a:p>
            <a:pPr lvl="0"/>
            <a:r>
              <a:rPr lang="en-US"/>
              <a:t>Speaker name</a:t>
            </a:r>
          </a:p>
        </p:txBody>
      </p:sp>
      <p:pic>
        <p:nvPicPr>
          <p:cNvPr id="6" name="Picture 5">
            <a:extLst>
              <a:ext uri="{FF2B5EF4-FFF2-40B4-BE49-F238E27FC236}">
                <a16:creationId xmlns:a16="http://schemas.microsoft.com/office/drawing/2014/main" id="{BFC04202-EF83-4A58-A8C3-81980398E47D}"/>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389760253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35" userDrawn="1">
          <p15:clr>
            <a:srgbClr val="5ACBF0"/>
          </p15:clr>
        </p15:guide>
        <p15:guide id="3" orient="horz" pos="1910" userDrawn="1">
          <p15:clr>
            <a:srgbClr val="5ACBF0"/>
          </p15:clr>
        </p15:guide>
        <p15:guide id="4" orient="horz" pos="2505" userDrawn="1">
          <p15:clr>
            <a:srgbClr val="5ACBF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Video slide_2">
    <p:bg>
      <p:bgPr>
        <a:solidFill>
          <a:srgbClr val="F2F2F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bg1"/>
                </a:solidFill>
                <a:effectLst/>
                <a:latin typeface="+mj-lt"/>
                <a:ea typeface="+mn-ea"/>
                <a:cs typeface="Segoe UI" pitchFamily="34" charset="0"/>
              </a:defRPr>
            </a:lvl1pPr>
          </a:lstStyle>
          <a:p>
            <a:r>
              <a:rPr lang="en-US"/>
              <a:t>Video</a:t>
            </a:r>
          </a:p>
        </p:txBody>
      </p:sp>
      <p:pic>
        <p:nvPicPr>
          <p:cNvPr id="4" name="Picture 3">
            <a:extLst>
              <a:ext uri="{FF2B5EF4-FFF2-40B4-BE49-F238E27FC236}">
                <a16:creationId xmlns:a16="http://schemas.microsoft.com/office/drawing/2014/main" id="{1A81DB7E-2194-434F-8442-CBD92D624918}"/>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5555108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1" userDrawn="1">
          <p15:clr>
            <a:srgbClr val="5ACBF0"/>
          </p15:clr>
        </p15:guide>
        <p15:guide id="3" orient="horz" pos="1914" userDrawn="1">
          <p15:clr>
            <a:srgbClr val="5ACBF0"/>
          </p15:clr>
        </p15:guide>
        <p15:guide id="4" orient="horz" pos="2505" userDrawn="1">
          <p15:clr>
            <a:srgbClr val="5ACBF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Section Title_2">
    <p:bg>
      <p:bgPr>
        <a:solidFill>
          <a:srgbClr val="F2F2F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bg1"/>
                </a:solidFill>
                <a:effectLst/>
                <a:latin typeface="+mj-lt"/>
                <a:ea typeface="+mn-ea"/>
                <a:cs typeface="Segoe UI" pitchFamily="34" charset="0"/>
              </a:defRPr>
            </a:lvl1pPr>
          </a:lstStyle>
          <a:p>
            <a:r>
              <a:rPr lang="en-US"/>
              <a:t>Section title</a:t>
            </a:r>
          </a:p>
        </p:txBody>
      </p:sp>
      <p:pic>
        <p:nvPicPr>
          <p:cNvPr id="5" name="Picture 4">
            <a:extLst>
              <a:ext uri="{FF2B5EF4-FFF2-40B4-BE49-F238E27FC236}">
                <a16:creationId xmlns:a16="http://schemas.microsoft.com/office/drawing/2014/main" id="{CCEDED28-6C83-45F6-A2AE-AEA0D37D47A3}"/>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36503582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27" userDrawn="1">
          <p15:clr>
            <a:srgbClr val="5ACBF0"/>
          </p15:clr>
        </p15:guide>
        <p15:guide id="3" orient="horz" pos="1911" userDrawn="1">
          <p15:clr>
            <a:srgbClr val="5ACBF0"/>
          </p15:clr>
        </p15:guide>
        <p15:guide id="4" orient="horz" pos="2505" userDrawn="1">
          <p15:clr>
            <a:srgbClr val="5ACBF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1556723"/>
      </p:ext>
    </p:extLst>
  </p:cSld>
  <p:clrMapOvr>
    <a:masterClrMapping/>
  </p:clrMapOvr>
  <p:transition>
    <p:fade/>
  </p:transition>
  <p:extLst>
    <p:ext uri="{DCECCB84-F9BA-43D5-87BE-67443E8EF086}">
      <p15:sldGuideLst xmlns:p15="http://schemas.microsoft.com/office/powerpoint/2012/main">
        <p15:guide id="1" orient="horz" pos="1272" userDrawn="1">
          <p15:clr>
            <a:srgbClr val="5ACBF0"/>
          </p15:clr>
        </p15:guide>
        <p15:guide id="2" orient="horz" pos="904" userDrawn="1">
          <p15:clr>
            <a:srgbClr val="5ACBF0"/>
          </p15:clr>
        </p15:guide>
        <p15:guide id="3" orient="horz" pos="288" userDrawn="1">
          <p15:clr>
            <a:srgbClr val="5ACBF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lank 2">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25675349"/>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userDrawn="1">
          <p15:clr>
            <a:srgbClr val="5ACBF0"/>
          </p15:clr>
        </p15:guide>
        <p15:guide id="2" orient="horz" pos="1272" userDrawn="1">
          <p15:clr>
            <a:srgbClr val="5ACBF0"/>
          </p15:clr>
        </p15:guide>
        <p15:guide id="3" orient="horz" pos="288" userDrawn="1">
          <p15:clr>
            <a:srgbClr val="5ACBF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D0DF2A6-26A8-4810-95DF-F65F123C6660}"/>
              </a:ext>
            </a:extLst>
          </p:cNvPr>
          <p:cNvSpPr>
            <a:spLocks noGrp="1"/>
          </p:cNvSpPr>
          <p:nvPr>
            <p:ph type="title" hasCustomPrompt="1"/>
          </p:nvPr>
        </p:nvSpPr>
        <p:spPr/>
        <p:txBody>
          <a:bodyPr/>
          <a:lstStyle>
            <a:lvl1pPr>
              <a:defRPr/>
            </a:lvl1pPr>
          </a:lstStyle>
          <a:p>
            <a:r>
              <a:rPr lang="en-US"/>
              <a:t>Software code slide</a:t>
            </a:r>
          </a:p>
        </p:txBody>
      </p:sp>
      <p:sp>
        <p:nvSpPr>
          <p:cNvPr id="5" name="Text Placeholder 4">
            <a:extLst>
              <a:ext uri="{FF2B5EF4-FFF2-40B4-BE49-F238E27FC236}">
                <a16:creationId xmlns:a16="http://schemas.microsoft.com/office/drawing/2014/main" id="{BA9F61CF-FF79-485A-A6C8-A1952EFD58AE}"/>
              </a:ext>
            </a:extLst>
          </p:cNvPr>
          <p:cNvSpPr>
            <a:spLocks noGrp="1"/>
          </p:cNvSpPr>
          <p:nvPr>
            <p:ph type="body" sz="quarter" idx="10"/>
          </p:nvPr>
        </p:nvSpPr>
        <p:spPr>
          <a:xfrm>
            <a:off x="588263" y="1436688"/>
            <a:ext cx="11018520" cy="1908215"/>
          </a:xfrm>
        </p:spPr>
        <p:txBody>
          <a:bodyPr/>
          <a:lstStyle>
            <a:lvl1pPr marL="0" indent="0">
              <a:buNone/>
              <a:defRPr sz="28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1pPr>
            <a:lvl2pPr marL="346553" indent="0">
              <a:buNone/>
              <a:defRPr sz="24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607" indent="0">
              <a:buNone/>
              <a:defRPr sz="20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563" indent="0">
              <a:buNone/>
              <a:defRPr sz="18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997" indent="0">
              <a:buNone/>
              <a:defRPr sz="18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43058790"/>
      </p:ext>
    </p:extLst>
  </p:cSld>
  <p:clrMapOvr>
    <a:masterClrMapping/>
  </p:clrMapOvr>
  <p:transition>
    <p:fade/>
  </p:transition>
  <p:extLst>
    <p:ext uri="{DCECCB84-F9BA-43D5-87BE-67443E8EF086}">
      <p15:sldGuideLst xmlns:p15="http://schemas.microsoft.com/office/powerpoint/2012/main">
        <p15:guide id="1" orient="horz" pos="1272" userDrawn="1">
          <p15:clr>
            <a:srgbClr val="5ACBF0"/>
          </p15:clr>
        </p15:guide>
        <p15:guide id="2" orient="horz" pos="905" userDrawn="1">
          <p15:clr>
            <a:srgbClr val="5ACBF0"/>
          </p15:clr>
        </p15:guide>
        <p15:guide id="3" orient="horz" pos="288" userDrawn="1">
          <p15:clr>
            <a:srgbClr val="5ACBF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losing logo slide_1">
    <p:bg>
      <p:bgPr>
        <a:solidFill>
          <a:srgbClr val="FFFFFF"/>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3657F403-5530-4721-9A70-6AAA056C5EAE}"/>
              </a:ext>
            </a:extLst>
          </p:cNvPr>
          <p:cNvPicPr>
            <a:picLocks noChangeAspect="1"/>
          </p:cNvPicPr>
          <p:nvPr userDrawn="1"/>
        </p:nvPicPr>
        <p:blipFill>
          <a:blip r:embed="rId2"/>
          <a:srcRect t="10" b="10"/>
          <a:stretch/>
        </p:blipFill>
        <p:spPr>
          <a:xfrm>
            <a:off x="0" y="361014"/>
            <a:ext cx="12192000" cy="6496986"/>
          </a:xfrm>
          <a:prstGeom prst="rect">
            <a:avLst/>
          </a:prstGeom>
        </p:spPr>
      </p:pic>
      <p:sp>
        <p:nvSpPr>
          <p:cNvPr id="4" name="Title 1">
            <a:extLst>
              <a:ext uri="{FF2B5EF4-FFF2-40B4-BE49-F238E27FC236}">
                <a16:creationId xmlns:a16="http://schemas.microsoft.com/office/drawing/2014/main" id="{6AF7D8B5-60D9-4A85-B6AC-AB2808C513AA}"/>
              </a:ext>
            </a:extLst>
          </p:cNvPr>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gradFill>
                  <a:gsLst>
                    <a:gs pos="62564">
                      <a:schemeClr val="tx1"/>
                    </a:gs>
                    <a:gs pos="55000">
                      <a:schemeClr val="tx1"/>
                    </a:gs>
                  </a:gsLst>
                  <a:lin ang="5400000" scaled="0"/>
                </a:gradFill>
                <a:effectLst/>
                <a:latin typeface="+mj-lt"/>
                <a:ea typeface="+mn-ea"/>
                <a:cs typeface="Segoe UI" pitchFamily="34" charset="0"/>
              </a:defRPr>
            </a:lvl1pPr>
          </a:lstStyle>
          <a:p>
            <a:r>
              <a:rPr lang="en-US"/>
              <a:t>Click to add copy</a:t>
            </a:r>
          </a:p>
        </p:txBody>
      </p:sp>
    </p:spTree>
    <p:extLst>
      <p:ext uri="{BB962C8B-B14F-4D97-AF65-F5344CB8AC3E}">
        <p14:creationId xmlns:p14="http://schemas.microsoft.com/office/powerpoint/2010/main" val="2980851936"/>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losing logo slide_2">
    <p:bg>
      <p:bgPr>
        <a:solidFill>
          <a:srgbClr val="E6E6E6"/>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3657F403-5530-4721-9A70-6AAA056C5EAE}"/>
              </a:ext>
            </a:extLst>
          </p:cNvPr>
          <p:cNvPicPr>
            <a:picLocks noChangeAspect="1"/>
          </p:cNvPicPr>
          <p:nvPr userDrawn="1"/>
        </p:nvPicPr>
        <p:blipFill>
          <a:blip r:embed="rId2"/>
          <a:srcRect t="10" b="10"/>
          <a:stretch/>
        </p:blipFill>
        <p:spPr>
          <a:xfrm>
            <a:off x="0" y="361014"/>
            <a:ext cx="12192000" cy="6496986"/>
          </a:xfrm>
          <a:prstGeom prst="rect">
            <a:avLst/>
          </a:prstGeom>
        </p:spPr>
      </p:pic>
      <p:pic>
        <p:nvPicPr>
          <p:cNvPr id="5" name="Picture 4">
            <a:extLst>
              <a:ext uri="{FF2B5EF4-FFF2-40B4-BE49-F238E27FC236}">
                <a16:creationId xmlns:a16="http://schemas.microsoft.com/office/drawing/2014/main" id="{D09DFFD1-BA11-46AD-ADEB-22CFF7148C44}"/>
              </a:ext>
            </a:extLst>
          </p:cNvPr>
          <p:cNvPicPr>
            <a:picLocks noChangeAspect="1"/>
          </p:cNvPicPr>
          <p:nvPr userDrawn="1"/>
        </p:nvPicPr>
        <p:blipFill>
          <a:blip r:embed="rId3"/>
          <a:srcRect/>
          <a:stretch/>
        </p:blipFill>
        <p:spPr>
          <a:xfrm>
            <a:off x="588580" y="595948"/>
            <a:ext cx="2130545" cy="402335"/>
          </a:xfrm>
          <a:prstGeom prst="rect">
            <a:avLst/>
          </a:prstGeom>
        </p:spPr>
      </p:pic>
    </p:spTree>
    <p:extLst>
      <p:ext uri="{BB962C8B-B14F-4D97-AF65-F5344CB8AC3E}">
        <p14:creationId xmlns:p14="http://schemas.microsoft.com/office/powerpoint/2010/main" val="3932699672"/>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losing logo slide_3">
    <p:bg>
      <p:bgPr>
        <a:solidFill>
          <a:srgbClr val="F2F2F2"/>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A97FDC0C-A1E0-42E3-A6E6-4DC516B1ECF5}"/>
              </a:ext>
            </a:extLst>
          </p:cNvPr>
          <p:cNvPicPr>
            <a:picLocks noChangeAspect="1"/>
          </p:cNvPicPr>
          <p:nvPr userDrawn="1"/>
        </p:nvPicPr>
        <p:blipFill>
          <a:blip r:embed="rId2"/>
          <a:srcRect t="10" b="10"/>
          <a:stretch/>
        </p:blipFill>
        <p:spPr>
          <a:xfrm>
            <a:off x="0" y="361014"/>
            <a:ext cx="12192000" cy="6496986"/>
          </a:xfrm>
          <a:prstGeom prst="rect">
            <a:avLst/>
          </a:prstGeom>
        </p:spPr>
      </p:pic>
      <p:pic>
        <p:nvPicPr>
          <p:cNvPr id="5" name="Picture 4">
            <a:extLst>
              <a:ext uri="{FF2B5EF4-FFF2-40B4-BE49-F238E27FC236}">
                <a16:creationId xmlns:a16="http://schemas.microsoft.com/office/drawing/2014/main" id="{793ABA5D-327F-422E-A0DB-8C1167D731A0}"/>
              </a:ext>
            </a:extLst>
          </p:cNvPr>
          <p:cNvPicPr>
            <a:picLocks noChangeAspect="1"/>
          </p:cNvPicPr>
          <p:nvPr userDrawn="1"/>
        </p:nvPicPr>
        <p:blipFill>
          <a:blip r:embed="rId3"/>
          <a:srcRect/>
          <a:stretch/>
        </p:blipFill>
        <p:spPr>
          <a:xfrm>
            <a:off x="588578" y="595948"/>
            <a:ext cx="2130550" cy="402336"/>
          </a:xfrm>
          <a:prstGeom prst="rect">
            <a:avLst/>
          </a:prstGeom>
        </p:spPr>
      </p:pic>
    </p:spTree>
    <p:extLst>
      <p:ext uri="{BB962C8B-B14F-4D97-AF65-F5344CB8AC3E}">
        <p14:creationId xmlns:p14="http://schemas.microsoft.com/office/powerpoint/2010/main" val="909831968"/>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8"/>
            <a:ext cx="11018838" cy="2215991"/>
          </a:xfrm>
        </p:spPr>
        <p:txBody>
          <a:bodyPr>
            <a:spAutoFit/>
          </a:bodyPr>
          <a:lstStyle>
            <a:lvl1pPr>
              <a:defRPr sz="3600">
                <a:latin typeface="+mn-lt"/>
              </a:defRPr>
            </a:lvl1pPr>
            <a:lvl2pPr>
              <a:defRPr sz="2800">
                <a:latin typeface="+mn-lt"/>
              </a:defRPr>
            </a:lvl2pPr>
            <a:lvl3pPr>
              <a:defRPr sz="2400">
                <a:latin typeface="+mn-lt"/>
              </a:defRPr>
            </a:lvl3pPr>
            <a:lvl4pPr>
              <a:defRPr sz="2000">
                <a:latin typeface="+mn-lt"/>
              </a:defRPr>
            </a:lvl4pPr>
            <a:lvl5pPr>
              <a:defRPr sz="18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Next slide"/>
          <p:cNvSpPr>
            <a:spLocks noGrp="1"/>
          </p:cNvSpPr>
          <p:nvPr>
            <p:ph type="body" sz="quarter" idx="11" hasCustomPrompt="1"/>
          </p:nvPr>
        </p:nvSpPr>
        <p:spPr>
          <a:xfrm>
            <a:off x="1" y="6269038"/>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Tree>
    <p:extLst>
      <p:ext uri="{BB962C8B-B14F-4D97-AF65-F5344CB8AC3E}">
        <p14:creationId xmlns:p14="http://schemas.microsoft.com/office/powerpoint/2010/main" val="3482969643"/>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userDrawn="1">
          <p15:clr>
            <a:srgbClr val="5ACBF0"/>
          </p15:clr>
        </p15:guide>
        <p15:guide id="2" orient="horz" pos="288" userDrawn="1">
          <p15:clr>
            <a:srgbClr val="5ACBF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Walkin 1">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0712E43-0ECA-47E9-BF15-501D117A36B8}"/>
              </a:ext>
            </a:extLst>
          </p:cNvPr>
          <p:cNvPicPr>
            <a:picLocks noChangeAspect="1"/>
          </p:cNvPicPr>
          <p:nvPr userDrawn="1"/>
        </p:nvPicPr>
        <p:blipFill>
          <a:blip r:embed="rId2"/>
          <a:srcRect/>
          <a:stretch/>
        </p:blipFill>
        <p:spPr>
          <a:xfrm>
            <a:off x="1" y="0"/>
            <a:ext cx="12191998" cy="6857999"/>
          </a:xfrm>
          <a:prstGeom prst="rect">
            <a:avLst/>
          </a:prstGeom>
        </p:spPr>
      </p:pic>
    </p:spTree>
    <p:extLst>
      <p:ext uri="{BB962C8B-B14F-4D97-AF65-F5344CB8AC3E}">
        <p14:creationId xmlns:p14="http://schemas.microsoft.com/office/powerpoint/2010/main" val="2148831830"/>
      </p:ext>
    </p:extLst>
  </p:cSld>
  <p:clrMapOvr>
    <a:masterClrMapping/>
  </p:clrMapOvr>
  <p:transition>
    <p:fade/>
  </p:transition>
  <p:extLst>
    <p:ext uri="{DCECCB84-F9BA-43D5-87BE-67443E8EF086}">
      <p15:sldGuideLst xmlns:p15="http://schemas.microsoft.com/office/powerpoint/2012/main">
        <p15:guide id="1" orient="horz" pos="1272">
          <p15:clr>
            <a:srgbClr val="5ACBF0"/>
          </p15:clr>
        </p15:guide>
        <p15:guide id="2" orient="horz" pos="904">
          <p15:clr>
            <a:srgbClr val="5ACBF0"/>
          </p15:clr>
        </p15:guide>
        <p15:guide id="3" orient="horz" pos="288">
          <p15:clr>
            <a:srgbClr val="5ACBF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Walkin 2">
    <p:bg>
      <p:bgPr>
        <a:solidFill>
          <a:schemeClr val="bg1"/>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979C710C-6494-4906-B8FD-9067630E1E97}"/>
              </a:ext>
            </a:extLst>
          </p:cNvPr>
          <p:cNvSpPr>
            <a:spLocks noGrp="1"/>
          </p:cNvSpPr>
          <p:nvPr>
            <p:ph type="title" hasCustomPrompt="1"/>
          </p:nvPr>
        </p:nvSpPr>
        <p:spPr>
          <a:xfrm>
            <a:off x="584200" y="2875002"/>
            <a:ext cx="6637867" cy="553998"/>
          </a:xfrm>
          <a:noFill/>
        </p:spPr>
        <p:txBody>
          <a:bodyPr wrap="square"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12" name="Text Placeholder 4">
            <a:extLst>
              <a:ext uri="{FF2B5EF4-FFF2-40B4-BE49-F238E27FC236}">
                <a16:creationId xmlns:a16="http://schemas.microsoft.com/office/drawing/2014/main" id="{B71ECF19-0181-4391-B473-2CD7E4C66476}"/>
              </a:ext>
            </a:extLst>
          </p:cNvPr>
          <p:cNvSpPr>
            <a:spLocks noGrp="1"/>
          </p:cNvSpPr>
          <p:nvPr>
            <p:ph type="body" sz="quarter" idx="12" hasCustomPrompt="1"/>
          </p:nvPr>
        </p:nvSpPr>
        <p:spPr>
          <a:xfrm>
            <a:off x="584200" y="3543143"/>
            <a:ext cx="6655646" cy="307777"/>
          </a:xfrm>
          <a:noFill/>
        </p:spPr>
        <p:txBody>
          <a:bodyPr wrap="square" lIns="0" tIns="0" rIns="0" bIns="0">
            <a:spAutoFit/>
          </a:bodyPr>
          <a:lstStyle>
            <a:lvl1pPr marL="0" indent="0">
              <a:spcBef>
                <a:spcPts val="0"/>
              </a:spcBef>
              <a:buNone/>
              <a:defRPr sz="20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8" name="Picture 7">
            <a:extLst>
              <a:ext uri="{FF2B5EF4-FFF2-40B4-BE49-F238E27FC236}">
                <a16:creationId xmlns:a16="http://schemas.microsoft.com/office/drawing/2014/main" id="{C703E829-F7D2-4CD8-9BC7-B89E16376882}"/>
              </a:ext>
            </a:extLst>
          </p:cNvPr>
          <p:cNvPicPr>
            <a:picLocks noChangeAspect="1"/>
          </p:cNvPicPr>
          <p:nvPr userDrawn="1"/>
        </p:nvPicPr>
        <p:blipFill>
          <a:blip r:embed="rId2"/>
          <a:srcRect l="10" r="10"/>
          <a:stretch/>
        </p:blipFill>
        <p:spPr>
          <a:xfrm>
            <a:off x="-1" y="727289"/>
            <a:ext cx="12192001" cy="6130711"/>
          </a:xfrm>
          <a:prstGeom prst="rect">
            <a:avLst/>
          </a:prstGeom>
        </p:spPr>
      </p:pic>
      <p:pic>
        <p:nvPicPr>
          <p:cNvPr id="7" name="Picture 6">
            <a:extLst>
              <a:ext uri="{FF2B5EF4-FFF2-40B4-BE49-F238E27FC236}">
                <a16:creationId xmlns:a16="http://schemas.microsoft.com/office/drawing/2014/main" id="{C0D3ED0C-7E34-4CCF-B7D1-D2832F24DFBB}"/>
              </a:ext>
            </a:extLst>
          </p:cNvPr>
          <p:cNvPicPr>
            <a:picLocks noChangeAspect="1"/>
          </p:cNvPicPr>
          <p:nvPr userDrawn="1"/>
        </p:nvPicPr>
        <p:blipFill>
          <a:blip r:embed="rId3"/>
          <a:srcRect/>
          <a:stretch/>
        </p:blipFill>
        <p:spPr>
          <a:xfrm>
            <a:off x="588580" y="595948"/>
            <a:ext cx="2130545" cy="402335"/>
          </a:xfrm>
          <a:prstGeom prst="rect">
            <a:avLst/>
          </a:prstGeom>
        </p:spPr>
      </p:pic>
    </p:spTree>
    <p:extLst>
      <p:ext uri="{BB962C8B-B14F-4D97-AF65-F5344CB8AC3E}">
        <p14:creationId xmlns:p14="http://schemas.microsoft.com/office/powerpoint/2010/main" val="174004468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Walkin 3">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C57AB98C-3D65-4B37-98D9-D5EA9098B772}"/>
              </a:ext>
            </a:extLst>
          </p:cNvPr>
          <p:cNvPicPr>
            <a:picLocks noChangeAspect="1"/>
          </p:cNvPicPr>
          <p:nvPr userDrawn="1"/>
        </p:nvPicPr>
        <p:blipFill>
          <a:blip r:embed="rId2"/>
          <a:srcRect/>
          <a:stretch/>
        </p:blipFill>
        <p:spPr>
          <a:xfrm>
            <a:off x="0" y="6017392"/>
            <a:ext cx="12192000" cy="257996"/>
          </a:xfrm>
          <a:prstGeom prst="rect">
            <a:avLst/>
          </a:prstGeom>
        </p:spPr>
      </p:pic>
      <p:sp>
        <p:nvSpPr>
          <p:cNvPr id="6" name="Title 1">
            <a:extLst>
              <a:ext uri="{FF2B5EF4-FFF2-40B4-BE49-F238E27FC236}">
                <a16:creationId xmlns:a16="http://schemas.microsoft.com/office/drawing/2014/main" id="{3DC0384E-A179-4EED-B4A2-DCEF411CCB5E}"/>
              </a:ext>
            </a:extLst>
          </p:cNvPr>
          <p:cNvSpPr>
            <a:spLocks noGrp="1"/>
          </p:cNvSpPr>
          <p:nvPr>
            <p:ph type="title" hasCustomPrompt="1"/>
          </p:nvPr>
        </p:nvSpPr>
        <p:spPr>
          <a:xfrm>
            <a:off x="584200" y="2875002"/>
            <a:ext cx="6637867" cy="553998"/>
          </a:xfrm>
          <a:noFill/>
        </p:spPr>
        <p:txBody>
          <a:bodyPr wrap="square"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7" name="Text Placeholder 4">
            <a:extLst>
              <a:ext uri="{FF2B5EF4-FFF2-40B4-BE49-F238E27FC236}">
                <a16:creationId xmlns:a16="http://schemas.microsoft.com/office/drawing/2014/main" id="{633D10E2-7DAB-4B5C-B008-EEA4F5823B1B}"/>
              </a:ext>
            </a:extLst>
          </p:cNvPr>
          <p:cNvSpPr>
            <a:spLocks noGrp="1"/>
          </p:cNvSpPr>
          <p:nvPr>
            <p:ph type="body" sz="quarter" idx="12" hasCustomPrompt="1"/>
          </p:nvPr>
        </p:nvSpPr>
        <p:spPr>
          <a:xfrm>
            <a:off x="584200" y="3543143"/>
            <a:ext cx="6655646" cy="307777"/>
          </a:xfrm>
          <a:noFill/>
        </p:spPr>
        <p:txBody>
          <a:bodyPr wrap="square" lIns="0" tIns="0" rIns="0" bIns="0">
            <a:spAutoFit/>
          </a:bodyPr>
          <a:lstStyle>
            <a:lvl1pPr marL="0" indent="0">
              <a:spcBef>
                <a:spcPts val="0"/>
              </a:spcBef>
              <a:buNone/>
              <a:defRPr sz="20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8" name="Picture 7">
            <a:extLst>
              <a:ext uri="{FF2B5EF4-FFF2-40B4-BE49-F238E27FC236}">
                <a16:creationId xmlns:a16="http://schemas.microsoft.com/office/drawing/2014/main" id="{1F81F8FE-0592-4EF1-90D8-AB0581608721}"/>
              </a:ext>
            </a:extLst>
          </p:cNvPr>
          <p:cNvPicPr>
            <a:picLocks noChangeAspect="1"/>
          </p:cNvPicPr>
          <p:nvPr userDrawn="1"/>
        </p:nvPicPr>
        <p:blipFill>
          <a:blip r:embed="rId3"/>
          <a:srcRect/>
          <a:stretch/>
        </p:blipFill>
        <p:spPr>
          <a:xfrm>
            <a:off x="590104" y="595948"/>
            <a:ext cx="2127497" cy="402335"/>
          </a:xfrm>
          <a:prstGeom prst="rect">
            <a:avLst/>
          </a:prstGeom>
        </p:spPr>
      </p:pic>
    </p:spTree>
    <p:extLst>
      <p:ext uri="{BB962C8B-B14F-4D97-AF65-F5344CB8AC3E}">
        <p14:creationId xmlns:p14="http://schemas.microsoft.com/office/powerpoint/2010/main" val="332315065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20">
          <p15:clr>
            <a:srgbClr val="5ACBF0"/>
          </p15:clr>
        </p15:guide>
        <p15:guide id="4" orient="horz" pos="2160">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Walkin 4">
    <p:bg>
      <p:bgPr>
        <a:solidFill>
          <a:srgbClr val="2F2F2F"/>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979C710C-6494-4906-B8FD-9067630E1E97}"/>
              </a:ext>
            </a:extLst>
          </p:cNvPr>
          <p:cNvSpPr>
            <a:spLocks noGrp="1"/>
          </p:cNvSpPr>
          <p:nvPr>
            <p:ph type="title" hasCustomPrompt="1"/>
          </p:nvPr>
        </p:nvSpPr>
        <p:spPr>
          <a:xfrm>
            <a:off x="584200" y="2875002"/>
            <a:ext cx="6637867" cy="553998"/>
          </a:xfrm>
          <a:noFill/>
        </p:spPr>
        <p:txBody>
          <a:bodyPr wrap="square"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12" name="Text Placeholder 4">
            <a:extLst>
              <a:ext uri="{FF2B5EF4-FFF2-40B4-BE49-F238E27FC236}">
                <a16:creationId xmlns:a16="http://schemas.microsoft.com/office/drawing/2014/main" id="{B71ECF19-0181-4391-B473-2CD7E4C66476}"/>
              </a:ext>
            </a:extLst>
          </p:cNvPr>
          <p:cNvSpPr>
            <a:spLocks noGrp="1"/>
          </p:cNvSpPr>
          <p:nvPr>
            <p:ph type="body" sz="quarter" idx="12" hasCustomPrompt="1"/>
          </p:nvPr>
        </p:nvSpPr>
        <p:spPr>
          <a:xfrm>
            <a:off x="584200" y="3543143"/>
            <a:ext cx="6655646" cy="307777"/>
          </a:xfrm>
          <a:noFill/>
        </p:spPr>
        <p:txBody>
          <a:bodyPr wrap="square" lIns="0" tIns="0" rIns="0" bIns="0">
            <a:spAutoFit/>
          </a:bodyPr>
          <a:lstStyle>
            <a:lvl1pPr marL="0" indent="0">
              <a:spcBef>
                <a:spcPts val="0"/>
              </a:spcBef>
              <a:buNone/>
              <a:defRPr sz="20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Picture 5">
            <a:extLst>
              <a:ext uri="{FF2B5EF4-FFF2-40B4-BE49-F238E27FC236}">
                <a16:creationId xmlns:a16="http://schemas.microsoft.com/office/drawing/2014/main" id="{4C57A6DD-C7DA-4490-9706-D789A8D72FF4}"/>
              </a:ext>
            </a:extLst>
          </p:cNvPr>
          <p:cNvPicPr>
            <a:picLocks noChangeAspect="1"/>
          </p:cNvPicPr>
          <p:nvPr userDrawn="1"/>
        </p:nvPicPr>
        <p:blipFill>
          <a:blip r:embed="rId2"/>
          <a:srcRect l="10" r="10"/>
          <a:stretch/>
        </p:blipFill>
        <p:spPr>
          <a:xfrm>
            <a:off x="-1" y="727289"/>
            <a:ext cx="12192001" cy="6130711"/>
          </a:xfrm>
          <a:prstGeom prst="rect">
            <a:avLst/>
          </a:prstGeom>
        </p:spPr>
      </p:pic>
      <p:pic>
        <p:nvPicPr>
          <p:cNvPr id="7" name="Picture 6">
            <a:extLst>
              <a:ext uri="{FF2B5EF4-FFF2-40B4-BE49-F238E27FC236}">
                <a16:creationId xmlns:a16="http://schemas.microsoft.com/office/drawing/2014/main" id="{3951EA16-AD1D-4E1F-909F-1D5C16E47A7B}"/>
              </a:ext>
            </a:extLst>
          </p:cNvPr>
          <p:cNvPicPr>
            <a:picLocks noChangeAspect="1"/>
          </p:cNvPicPr>
          <p:nvPr userDrawn="1"/>
        </p:nvPicPr>
        <p:blipFill>
          <a:blip r:embed="rId3"/>
          <a:srcRect/>
          <a:stretch/>
        </p:blipFill>
        <p:spPr>
          <a:xfrm>
            <a:off x="590104" y="595948"/>
            <a:ext cx="2127497" cy="402335"/>
          </a:xfrm>
          <a:prstGeom prst="rect">
            <a:avLst/>
          </a:prstGeom>
        </p:spPr>
      </p:pic>
    </p:spTree>
    <p:extLst>
      <p:ext uri="{BB962C8B-B14F-4D97-AF65-F5344CB8AC3E}">
        <p14:creationId xmlns:p14="http://schemas.microsoft.com/office/powerpoint/2010/main" val="156701522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mp; Non-bulleted text">
    <p:bg>
      <p:bgPr>
        <a:solidFill>
          <a:schemeClr val="bg1"/>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74528113"/>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_Title &amp; Non-bulleted text">
    <p:bg>
      <p:bgPr>
        <a:solidFill>
          <a:schemeClr val="bg1"/>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a:extLst>
              <a:ext uri="{FF2B5EF4-FFF2-40B4-BE49-F238E27FC236}">
                <a16:creationId xmlns:a16="http://schemas.microsoft.com/office/drawing/2014/main" id="{DF1801C5-48C1-4410-9802-372288452F7C}"/>
              </a:ext>
            </a:extLst>
          </p:cNvPr>
          <p:cNvPicPr>
            <a:picLocks noChangeAspect="1"/>
          </p:cNvPicPr>
          <p:nvPr userDrawn="1"/>
        </p:nvPicPr>
        <p:blipFill>
          <a:blip r:embed="rId2"/>
          <a:srcRect/>
          <a:stretch/>
        </p:blipFill>
        <p:spPr>
          <a:xfrm>
            <a:off x="0" y="6017392"/>
            <a:ext cx="12192000" cy="257996"/>
          </a:xfrm>
          <a:prstGeom prst="rect">
            <a:avLst/>
          </a:prstGeom>
        </p:spPr>
      </p:pic>
    </p:spTree>
    <p:extLst>
      <p:ext uri="{BB962C8B-B14F-4D97-AF65-F5344CB8AC3E}">
        <p14:creationId xmlns:p14="http://schemas.microsoft.com/office/powerpoint/2010/main" val="399849083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3_Title &amp; Non-bulleted tex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pic>
        <p:nvPicPr>
          <p:cNvPr id="5" name="Picture 4">
            <a:extLst>
              <a:ext uri="{FF2B5EF4-FFF2-40B4-BE49-F238E27FC236}">
                <a16:creationId xmlns:a16="http://schemas.microsoft.com/office/drawing/2014/main" id="{6225435C-39E0-455B-B47A-B7A613681311}"/>
              </a:ext>
            </a:extLst>
          </p:cNvPr>
          <p:cNvPicPr>
            <a:picLocks noChangeAspect="1"/>
          </p:cNvPicPr>
          <p:nvPr userDrawn="1"/>
        </p:nvPicPr>
        <p:blipFill rotWithShape="1">
          <a:blip r:embed="rId2"/>
          <a:srcRect l="65068" r="3128" b="-2655"/>
          <a:stretch/>
        </p:blipFill>
        <p:spPr>
          <a:xfrm rot="19139065">
            <a:off x="8891709" y="5698742"/>
            <a:ext cx="3877558" cy="264844"/>
          </a:xfrm>
          <a:prstGeom prst="rect">
            <a:avLst/>
          </a:prstGeom>
        </p:spPr>
      </p:pic>
      <p:sp>
        <p:nvSpPr>
          <p:cNvPr id="6" name="Rectangle 5">
            <a:extLst>
              <a:ext uri="{FF2B5EF4-FFF2-40B4-BE49-F238E27FC236}">
                <a16:creationId xmlns:a16="http://schemas.microsoft.com/office/drawing/2014/main" id="{47935B10-C9C6-4D31-9ADF-71FD9B8F569F}"/>
              </a:ext>
            </a:extLst>
          </p:cNvPr>
          <p:cNvSpPr/>
          <p:nvPr userDrawn="1"/>
        </p:nvSpPr>
        <p:spPr bwMode="auto">
          <a:xfrm>
            <a:off x="12192000" y="4307417"/>
            <a:ext cx="109538" cy="594783"/>
          </a:xfrm>
          <a:prstGeom prst="rect">
            <a:avLst/>
          </a:prstGeom>
          <a:solidFill>
            <a:srgbClr val="E6E6E6"/>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gradFill>
                <a:gsLst>
                  <a:gs pos="0">
                    <a:srgbClr val="FFFFFF"/>
                  </a:gs>
                  <a:gs pos="100000">
                    <a:srgbClr val="FFFFFF"/>
                  </a:gs>
                </a:gsLst>
                <a:lin ang="5400000" scaled="0"/>
              </a:gradFill>
              <a:ea typeface="Segoe UI" pitchFamily="34" charset="0"/>
              <a:cs typeface="Segoe UI" pitchFamily="34" charset="0"/>
            </a:endParaRPr>
          </a:p>
        </p:txBody>
      </p:sp>
      <p:sp>
        <p:nvSpPr>
          <p:cNvPr id="7" name="Rectangle 6">
            <a:extLst>
              <a:ext uri="{FF2B5EF4-FFF2-40B4-BE49-F238E27FC236}">
                <a16:creationId xmlns:a16="http://schemas.microsoft.com/office/drawing/2014/main" id="{195EFA4C-C99E-470A-A53F-6ED184525E57}"/>
              </a:ext>
            </a:extLst>
          </p:cNvPr>
          <p:cNvSpPr/>
          <p:nvPr userDrawn="1"/>
        </p:nvSpPr>
        <p:spPr bwMode="auto">
          <a:xfrm>
            <a:off x="9116483" y="6858000"/>
            <a:ext cx="1023197" cy="345432"/>
          </a:xfrm>
          <a:prstGeom prst="rect">
            <a:avLst/>
          </a:prstGeom>
          <a:solidFill>
            <a:srgbClr val="E6E6E6"/>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gradFill>
                <a:gsLst>
                  <a:gs pos="0">
                    <a:srgbClr val="FFFFFF"/>
                  </a:gs>
                  <a:gs pos="100000">
                    <a:srgbClr val="FFFFFF"/>
                  </a:gs>
                </a:gsLst>
                <a:lin ang="5400000" scaled="0"/>
              </a:gradFill>
              <a:ea typeface="Segoe UI" pitchFamily="34" charset="0"/>
              <a:cs typeface="Segoe UI" pitchFamily="34" charset="0"/>
            </a:endParaRPr>
          </a:p>
        </p:txBody>
      </p:sp>
      <p:sp>
        <p:nvSpPr>
          <p:cNvPr id="8" name="Text Placeholder 3">
            <a:extLst>
              <a:ext uri="{FF2B5EF4-FFF2-40B4-BE49-F238E27FC236}">
                <a16:creationId xmlns:a16="http://schemas.microsoft.com/office/drawing/2014/main" id="{ED1B35D5-2535-4483-84C7-07873C0F3216}"/>
              </a:ext>
            </a:extLst>
          </p:cNvPr>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94706078"/>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584200" y="1435497"/>
            <a:ext cx="11018520" cy="230832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10093798"/>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_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584200" y="1435497"/>
            <a:ext cx="11018520" cy="230832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Picture 3">
            <a:extLst>
              <a:ext uri="{FF2B5EF4-FFF2-40B4-BE49-F238E27FC236}">
                <a16:creationId xmlns:a16="http://schemas.microsoft.com/office/drawing/2014/main" id="{774A587C-C2B6-4F83-A3B7-664CE50ED254}"/>
              </a:ext>
            </a:extLst>
          </p:cNvPr>
          <p:cNvPicPr>
            <a:picLocks noChangeAspect="1"/>
          </p:cNvPicPr>
          <p:nvPr userDrawn="1"/>
        </p:nvPicPr>
        <p:blipFill>
          <a:blip r:embed="rId2"/>
          <a:srcRect/>
          <a:stretch/>
        </p:blipFill>
        <p:spPr>
          <a:xfrm>
            <a:off x="0" y="6017392"/>
            <a:ext cx="12192000" cy="257996"/>
          </a:xfrm>
          <a:prstGeom prst="rect">
            <a:avLst/>
          </a:prstGeom>
        </p:spPr>
      </p:pic>
    </p:spTree>
    <p:extLst>
      <p:ext uri="{BB962C8B-B14F-4D97-AF65-F5344CB8AC3E}">
        <p14:creationId xmlns:p14="http://schemas.microsoft.com/office/powerpoint/2010/main" val="3087507175"/>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2_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584200" y="1435497"/>
            <a:ext cx="11018520" cy="230832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Picture 3">
            <a:extLst>
              <a:ext uri="{FF2B5EF4-FFF2-40B4-BE49-F238E27FC236}">
                <a16:creationId xmlns:a16="http://schemas.microsoft.com/office/drawing/2014/main" id="{9AE91E89-EC0F-44C3-822D-7D4DD66B4E21}"/>
              </a:ext>
            </a:extLst>
          </p:cNvPr>
          <p:cNvPicPr>
            <a:picLocks noChangeAspect="1"/>
          </p:cNvPicPr>
          <p:nvPr userDrawn="1"/>
        </p:nvPicPr>
        <p:blipFill rotWithShape="1">
          <a:blip r:embed="rId2"/>
          <a:srcRect l="65068" r="3128" b="-2655"/>
          <a:stretch/>
        </p:blipFill>
        <p:spPr>
          <a:xfrm rot="19139065">
            <a:off x="8891709" y="5698742"/>
            <a:ext cx="3877558" cy="264844"/>
          </a:xfrm>
          <a:prstGeom prst="rect">
            <a:avLst/>
          </a:prstGeom>
        </p:spPr>
      </p:pic>
    </p:spTree>
    <p:extLst>
      <p:ext uri="{BB962C8B-B14F-4D97-AF65-F5344CB8AC3E}">
        <p14:creationId xmlns:p14="http://schemas.microsoft.com/office/powerpoint/2010/main" val="2682201083"/>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wo Column Non-bulleted tex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Semilight" panose="020B0402040204020203" pitchFamily="34" charset="0"/>
                <a:cs typeface="Segoe UI Semilight" panose="020B04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Semilight" panose="020B0402040204020203" pitchFamily="34" charset="0"/>
                <a:cs typeface="Segoe UI Semilight" panose="020B04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60773406"/>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2">
          <p15:clr>
            <a:srgbClr val="5ACBF0"/>
          </p15:clr>
        </p15:guide>
        <p15:guide id="3" orient="horz" pos="904">
          <p15:clr>
            <a:srgbClr val="5ACBF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wo Column Bullet tex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4200" y="1437481"/>
            <a:ext cx="5212080" cy="1649682"/>
          </a:xfrm>
        </p:spPr>
        <p:txBody>
          <a:bodyPr wrap="square">
            <a:spAutoFit/>
          </a:bodyPr>
          <a:lstStyle>
            <a:lvl1pPr marL="231775" indent="-231775">
              <a:spcBef>
                <a:spcPts val="1224"/>
              </a:spcBef>
              <a:buClr>
                <a:schemeClr val="tx1"/>
              </a:buClr>
              <a:buFont typeface="Wingdings" panose="05000000000000000000" pitchFamily="2" charset="2"/>
              <a:buChar char=""/>
              <a:defRPr sz="2800" b="0">
                <a:latin typeface="Segoe UI Semilight" panose="020B0402040204020203" pitchFamily="34" charset="0"/>
                <a:cs typeface="Segoe UI Semilight" panose="020B0402040204020203" pitchFamily="34" charset="0"/>
              </a:defRPr>
            </a:lvl1pPr>
            <a:lvl2pPr marL="427038" indent="-171450">
              <a:buFont typeface="Wingdings" panose="05000000000000000000" pitchFamily="2" charset="2"/>
              <a:buChar char=""/>
              <a:defRPr sz="2000" b="0"/>
            </a:lvl2pPr>
            <a:lvl3pPr marL="639763" indent="-188913">
              <a:buFont typeface="Wingdings" panose="05000000000000000000" pitchFamily="2" charset="2"/>
              <a:buChar char=""/>
              <a:tabLst/>
              <a:defRPr sz="1600" b="0"/>
            </a:lvl3pPr>
            <a:lvl4pPr marL="828675" indent="-176213">
              <a:buFont typeface="Wingdings" panose="05000000000000000000" pitchFamily="2" charset="2"/>
              <a:buChar char=""/>
              <a:defRPr sz="1400" b="0"/>
            </a:lvl4pPr>
            <a:lvl5pPr marL="1023938" indent="-169863">
              <a:buFont typeface="Wingdings" panose="05000000000000000000" pitchFamily="2" charset="2"/>
              <a:buChar char=""/>
              <a:tabLst/>
              <a:defRPr sz="14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5278796-7B84-4D67-88CD-BF78BB06D214}"/>
              </a:ext>
            </a:extLst>
          </p:cNvPr>
          <p:cNvSpPr>
            <a:spLocks noGrp="1"/>
          </p:cNvSpPr>
          <p:nvPr>
            <p:ph type="body" sz="quarter" idx="11"/>
          </p:nvPr>
        </p:nvSpPr>
        <p:spPr>
          <a:xfrm>
            <a:off x="6389914" y="1437481"/>
            <a:ext cx="5212080" cy="1649682"/>
          </a:xfrm>
        </p:spPr>
        <p:txBody>
          <a:bodyPr wrap="square">
            <a:spAutoFit/>
          </a:bodyPr>
          <a:lstStyle>
            <a:lvl1pPr marL="231775" indent="-231775">
              <a:spcBef>
                <a:spcPts val="1224"/>
              </a:spcBef>
              <a:buClr>
                <a:schemeClr val="tx1"/>
              </a:buClr>
              <a:buFont typeface="Wingdings" panose="05000000000000000000" pitchFamily="2" charset="2"/>
              <a:buChar char=""/>
              <a:defRPr sz="2800" b="0">
                <a:latin typeface="Segoe UI Semilight" panose="020B0402040204020203" pitchFamily="34" charset="0"/>
                <a:cs typeface="Segoe UI Semilight" panose="020B0402040204020203" pitchFamily="34" charset="0"/>
              </a:defRPr>
            </a:lvl1pPr>
            <a:lvl2pPr marL="427038" indent="-171450">
              <a:buFont typeface="Wingdings" panose="05000000000000000000" pitchFamily="2" charset="2"/>
              <a:buChar char=""/>
              <a:defRPr sz="2000" b="0"/>
            </a:lvl2pPr>
            <a:lvl3pPr marL="639763" indent="-188913">
              <a:buFont typeface="Wingdings" panose="05000000000000000000" pitchFamily="2" charset="2"/>
              <a:buChar char=""/>
              <a:tabLst/>
              <a:defRPr sz="1600" b="0"/>
            </a:lvl3pPr>
            <a:lvl4pPr marL="828675" indent="-176213">
              <a:buFont typeface="Wingdings" panose="05000000000000000000" pitchFamily="2" charset="2"/>
              <a:buChar char=""/>
              <a:defRPr sz="1400" b="0"/>
            </a:lvl4pPr>
            <a:lvl5pPr marL="1023938" indent="-169863">
              <a:buFont typeface="Wingdings" panose="05000000000000000000" pitchFamily="2" charset="2"/>
              <a:buChar char=""/>
              <a:tabLst/>
              <a:defRPr sz="14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8435004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6">
          <p15:clr>
            <a:srgbClr val="5ACBF0"/>
          </p15:clr>
        </p15:guide>
        <p15:guide id="3" orient="horz" pos="904">
          <p15:clr>
            <a:srgbClr val="5ACBF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 Only with gri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D31026A-4A74-439D-A8F5-DB82A03E713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4014188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mall title - half page">
    <p:bg>
      <p:bgPr>
        <a:solidFill>
          <a:schemeClr val="bg1"/>
        </a:solid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72410"/>
          </a:xfrm>
        </p:spPr>
        <p:txBody>
          <a:bodyPr tIns="64008"/>
          <a:lstStyle>
            <a:lvl1pPr>
              <a:defRPr sz="2000" spc="0">
                <a:latin typeface="+mj-lt"/>
                <a:cs typeface="Segoe UI"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293148141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 Square Photo ">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4200" y="2025650"/>
            <a:ext cx="4161981" cy="1107996"/>
          </a:xfrm>
        </p:spPr>
        <p:txBody>
          <a:bodyPr wrap="square" rIns="0" anchor="b">
            <a:spAutoFit/>
          </a:bodyPr>
          <a:lstStyle>
            <a:lvl1pPr>
              <a:lnSpc>
                <a:spcPct val="100000"/>
              </a:lnSpc>
              <a:defRPr sz="3600" b="0" spc="-49" baseline="0">
                <a:gradFill>
                  <a:gsLst>
                    <a:gs pos="1250">
                      <a:schemeClr val="tx1"/>
                    </a:gs>
                    <a:gs pos="100000">
                      <a:schemeClr val="tx1"/>
                    </a:gs>
                  </a:gsLst>
                  <a:lin ang="5400000" scaled="0"/>
                </a:gradFill>
                <a:latin typeface="+mj-lt"/>
                <a:cs typeface="Segoe UI Semilight" panose="020B0402040204020203" pitchFamily="34" charset="0"/>
              </a:defRPr>
            </a:lvl1pPr>
          </a:lstStyle>
          <a:p>
            <a:r>
              <a:rPr lang="en-US"/>
              <a:t>Title format square photo layout </a:t>
            </a:r>
          </a:p>
        </p:txBody>
      </p:sp>
      <p:sp>
        <p:nvSpPr>
          <p:cNvPr id="4" name="Text Placeholder 3">
            <a:extLst>
              <a:ext uri="{FF2B5EF4-FFF2-40B4-BE49-F238E27FC236}">
                <a16:creationId xmlns:a16="http://schemas.microsoft.com/office/drawing/2014/main" id="{0E780C89-4FC1-4FE7-AFCA-1C41A1B0944C}"/>
              </a:ext>
            </a:extLst>
          </p:cNvPr>
          <p:cNvSpPr>
            <a:spLocks noGrp="1"/>
          </p:cNvSpPr>
          <p:nvPr>
            <p:ph type="body" sz="quarter" idx="10"/>
          </p:nvPr>
        </p:nvSpPr>
        <p:spPr>
          <a:xfrm>
            <a:off x="584200" y="3535541"/>
            <a:ext cx="4162425" cy="307777"/>
          </a:xfrm>
        </p:spPr>
        <p:txBody>
          <a:bodyPr/>
          <a:lstStyle>
            <a:lvl1pPr marL="0" indent="0">
              <a:buNone/>
              <a:defRPr sz="2000">
                <a:latin typeface="+mn-lt"/>
              </a:defRPr>
            </a:lvl1pPr>
            <a:lvl2pPr marL="228600" indent="0">
              <a:buNone/>
              <a:defRPr/>
            </a:lvl2pPr>
            <a:lvl3pPr marL="457200" indent="0">
              <a:buNone/>
              <a:defRPr/>
            </a:lvl3pPr>
            <a:lvl4pPr marL="661988" indent="0">
              <a:buNone/>
              <a:defRPr/>
            </a:lvl4pPr>
            <a:lvl5pPr marL="855663" indent="0">
              <a:buNone/>
              <a:defRPr/>
            </a:lvl5pPr>
          </a:lstStyle>
          <a:p>
            <a:pPr lvl="0"/>
            <a:r>
              <a:rPr lang="en-US"/>
              <a:t>Edit Master text styles</a:t>
            </a:r>
          </a:p>
        </p:txBody>
      </p:sp>
      <p:sp>
        <p:nvSpPr>
          <p:cNvPr id="5" name="Picture Placeholder">
            <a:extLst>
              <a:ext uri="{FF2B5EF4-FFF2-40B4-BE49-F238E27FC236}">
                <a16:creationId xmlns:a16="http://schemas.microsoft.com/office/drawing/2014/main" id="{6178F5D2-7CA2-4202-8FD2-95D8F7A2E98D}"/>
              </a:ext>
            </a:extLst>
          </p:cNvPr>
          <p:cNvSpPr>
            <a:spLocks noGrp="1"/>
          </p:cNvSpPr>
          <p:nvPr>
            <p:ph type="pic" sz="quarter" idx="11" hasCustomPrompt="1"/>
          </p:nvPr>
        </p:nvSpPr>
        <p:spPr bwMode="gray">
          <a:xfrm>
            <a:off x="5334000" y="0"/>
            <a:ext cx="6858000" cy="6858000"/>
          </a:xfrm>
          <a:blipFill>
            <a:blip r:embed="rId2"/>
            <a:stretch>
              <a:fillRect/>
            </a:stretch>
          </a:blipFill>
        </p:spPr>
        <p:txBody>
          <a:bodyPr lIns="0" tIns="2011680" rIns="0" anchor="t" anchorCtr="0">
            <a:noAutofit/>
          </a:bodyPr>
          <a:lstStyle>
            <a:lvl1pPr marL="0" indent="0" algn="ctr">
              <a:lnSpc>
                <a:spcPct val="100000"/>
              </a:lnSpc>
              <a:buNone/>
              <a:defRPr sz="16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Tree>
    <p:extLst>
      <p:ext uri="{BB962C8B-B14F-4D97-AF65-F5344CB8AC3E}">
        <p14:creationId xmlns:p14="http://schemas.microsoft.com/office/powerpoint/2010/main" val="1952163360"/>
      </p:ext>
    </p:extLst>
  </p:cSld>
  <p:clrMapOvr>
    <a:masterClrMapping/>
  </p:clrMapOvr>
  <p:transition>
    <p:fade/>
  </p:transition>
  <p:extLst>
    <p:ext uri="{DCECCB84-F9BA-43D5-87BE-67443E8EF086}">
      <p15:sldGuideLst xmlns:p15="http://schemas.microsoft.com/office/powerpoint/2012/main">
        <p15:guide id="2" pos="3360">
          <p15:clr>
            <a:srgbClr val="FBAE40"/>
          </p15:clr>
        </p15:guide>
        <p15:guide id="6" orient="horz" pos="904">
          <p15:clr>
            <a:srgbClr val="5ACBF0"/>
          </p15:clr>
        </p15:guide>
        <p15:guide id="7" orient="horz" pos="1276">
          <p15:clr>
            <a:srgbClr val="5ACBF0"/>
          </p15:clr>
        </p15:guide>
        <p15:guide id="8" orient="horz" pos="2226">
          <p15:clr>
            <a:srgbClr val="5ACBF0"/>
          </p15:clr>
        </p15:guide>
        <p15:guide id="10" pos="3729">
          <p15:clr>
            <a:srgbClr val="C35EA4"/>
          </p15:clr>
        </p15:guide>
        <p15:guide id="11" pos="2993">
          <p15:clr>
            <a:srgbClr val="5ACBF0"/>
          </p15:clr>
        </p15:guide>
        <p15:guide id="12" pos="3543">
          <p15:clr>
            <a:srgbClr val="A4A3A4"/>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quare Photo ">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4025" y="2875002"/>
            <a:ext cx="4161981" cy="1107996"/>
          </a:xfrm>
        </p:spPr>
        <p:txBody>
          <a:bodyPr wrap="square" rIns="0" anchor="ctr" anchorCtr="0">
            <a:spAutoFit/>
          </a:bodyPr>
          <a:lstStyle>
            <a:lvl1pPr>
              <a:lnSpc>
                <a:spcPct val="100000"/>
              </a:lnSpc>
              <a:defRPr sz="3600" b="0" spc="-49" baseline="0">
                <a:gradFill>
                  <a:gsLst>
                    <a:gs pos="1250">
                      <a:schemeClr val="tx1"/>
                    </a:gs>
                    <a:gs pos="100000">
                      <a:schemeClr val="tx1"/>
                    </a:gs>
                  </a:gsLst>
                  <a:lin ang="5400000" scaled="0"/>
                </a:gradFill>
                <a:latin typeface="+mj-lt"/>
                <a:cs typeface="Segoe UI Semilight" panose="020B0402040204020203" pitchFamily="34" charset="0"/>
              </a:defRPr>
            </a:lvl1pPr>
          </a:lstStyle>
          <a:p>
            <a:r>
              <a:rPr lang="en-US"/>
              <a:t>Square photo layout with Title  </a:t>
            </a:r>
          </a:p>
        </p:txBody>
      </p:sp>
      <p:sp>
        <p:nvSpPr>
          <p:cNvPr id="4" name="Picture Placeholder">
            <a:extLst>
              <a:ext uri="{FF2B5EF4-FFF2-40B4-BE49-F238E27FC236}">
                <a16:creationId xmlns:a16="http://schemas.microsoft.com/office/drawing/2014/main" id="{3956AAB8-C2DF-40F3-A72B-0FA6F47702E6}"/>
              </a:ext>
            </a:extLst>
          </p:cNvPr>
          <p:cNvSpPr>
            <a:spLocks noGrp="1"/>
          </p:cNvSpPr>
          <p:nvPr>
            <p:ph type="pic" sz="quarter" idx="11" hasCustomPrompt="1"/>
          </p:nvPr>
        </p:nvSpPr>
        <p:spPr bwMode="gray">
          <a:xfrm>
            <a:off x="5334000" y="0"/>
            <a:ext cx="6858000" cy="6858000"/>
          </a:xfrm>
          <a:blipFill>
            <a:blip r:embed="rId2"/>
            <a:stretch>
              <a:fillRect/>
            </a:stretch>
          </a:blipFill>
        </p:spPr>
        <p:txBody>
          <a:bodyPr lIns="0" tIns="2011680" rIns="0" anchor="t" anchorCtr="0">
            <a:noAutofit/>
          </a:bodyPr>
          <a:lstStyle>
            <a:lvl1pPr marL="0" indent="0" algn="ctr">
              <a:lnSpc>
                <a:spcPct val="100000"/>
              </a:lnSpc>
              <a:buNone/>
              <a:defRPr sz="16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Tree>
    <p:extLst>
      <p:ext uri="{BB962C8B-B14F-4D97-AF65-F5344CB8AC3E}">
        <p14:creationId xmlns:p14="http://schemas.microsoft.com/office/powerpoint/2010/main" val="4208981506"/>
      </p:ext>
    </p:extLst>
  </p:cSld>
  <p:clrMapOvr>
    <a:masterClrMapping/>
  </p:clrMapOvr>
  <p:transition>
    <p:fade/>
  </p:transition>
  <p:extLst>
    <p:ext uri="{DCECCB84-F9BA-43D5-87BE-67443E8EF086}">
      <p15:sldGuideLst xmlns:p15="http://schemas.microsoft.com/office/powerpoint/2012/main">
        <p15:guide id="2" pos="3360">
          <p15:clr>
            <a:srgbClr val="FBAE40"/>
          </p15:clr>
        </p15:guide>
        <p15:guide id="5" orient="horz" pos="2160">
          <p15:clr>
            <a:srgbClr val="FBAE40"/>
          </p15:clr>
        </p15:guide>
        <p15:guide id="6" pos="2991">
          <p15:clr>
            <a:srgbClr val="5ACBF0"/>
          </p15:clr>
        </p15:guide>
        <p15:guide id="7" pos="3728">
          <p15:clr>
            <a:srgbClr val="C35EA4"/>
          </p15:clr>
        </p15:guide>
        <p15:guide id="8" pos="3544">
          <p15:clr>
            <a:srgbClr val="A4A3A4"/>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Square Photo 2">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4200" y="2981637"/>
            <a:ext cx="4160520" cy="861774"/>
          </a:xfrm>
        </p:spPr>
        <p:txBody>
          <a:bodyPr wrap="square" anchor="t">
            <a:spAutoFit/>
          </a:bodyPr>
          <a:lstStyle>
            <a:lvl1pPr>
              <a:lnSpc>
                <a:spcPct val="100000"/>
              </a:lnSpc>
              <a:defRPr sz="2800" b="0" spc="0" baseline="0">
                <a:gradFill>
                  <a:gsLst>
                    <a:gs pos="1250">
                      <a:schemeClr val="tx1"/>
                    </a:gs>
                    <a:gs pos="100000">
                      <a:schemeClr val="tx1"/>
                    </a:gs>
                  </a:gsLst>
                  <a:lin ang="5400000" scaled="0"/>
                </a:gradFill>
                <a:latin typeface="+mj-lt"/>
                <a:cs typeface="Segoe UI Semilight" panose="020B0402040204020203" pitchFamily="34" charset="0"/>
              </a:defRPr>
            </a:lvl1pPr>
          </a:lstStyle>
          <a:p>
            <a:r>
              <a:rPr lang="en-US"/>
              <a:t>Square photo layout with smaller text</a:t>
            </a:r>
          </a:p>
        </p:txBody>
      </p:sp>
      <p:sp>
        <p:nvSpPr>
          <p:cNvPr id="4" name="Picture Placeholder">
            <a:extLst>
              <a:ext uri="{FF2B5EF4-FFF2-40B4-BE49-F238E27FC236}">
                <a16:creationId xmlns:a16="http://schemas.microsoft.com/office/drawing/2014/main" id="{18102CFD-D7DD-461F-B675-FAE01404E555}"/>
              </a:ext>
            </a:extLst>
          </p:cNvPr>
          <p:cNvSpPr>
            <a:spLocks noGrp="1"/>
          </p:cNvSpPr>
          <p:nvPr>
            <p:ph type="pic" sz="quarter" idx="11" hasCustomPrompt="1"/>
          </p:nvPr>
        </p:nvSpPr>
        <p:spPr bwMode="gray">
          <a:xfrm>
            <a:off x="5334000" y="0"/>
            <a:ext cx="6858000" cy="6858000"/>
          </a:xfrm>
          <a:blipFill>
            <a:blip r:embed="rId2"/>
            <a:stretch>
              <a:fillRect/>
            </a:stretch>
          </a:blipFill>
        </p:spPr>
        <p:txBody>
          <a:bodyPr lIns="0" tIns="2011680" rIns="0" anchor="t" anchorCtr="0">
            <a:noAutofit/>
          </a:bodyPr>
          <a:lstStyle>
            <a:lvl1pPr marL="0" indent="0" algn="ctr">
              <a:lnSpc>
                <a:spcPct val="100000"/>
              </a:lnSpc>
              <a:buNone/>
              <a:defRPr sz="16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Tree>
    <p:extLst>
      <p:ext uri="{BB962C8B-B14F-4D97-AF65-F5344CB8AC3E}">
        <p14:creationId xmlns:p14="http://schemas.microsoft.com/office/powerpoint/2010/main" val="3373083827"/>
      </p:ext>
    </p:extLst>
  </p:cSld>
  <p:clrMapOvr>
    <a:masterClrMapping/>
  </p:clrMapOvr>
  <p:transition>
    <p:fade/>
  </p:transition>
  <p:extLst>
    <p:ext uri="{DCECCB84-F9BA-43D5-87BE-67443E8EF086}">
      <p15:sldGuideLst xmlns:p15="http://schemas.microsoft.com/office/powerpoint/2012/main">
        <p15:guide id="2" pos="3360">
          <p15:clr>
            <a:srgbClr val="FBAE40"/>
          </p15:clr>
        </p15:guide>
        <p15:guide id="3" orient="horz" pos="1877">
          <p15:clr>
            <a:srgbClr val="5ACBF0"/>
          </p15:clr>
        </p15:guide>
        <p15:guide id="4" pos="3731">
          <p15:clr>
            <a:srgbClr val="C35EA4"/>
          </p15:clr>
        </p15:guide>
        <p15:guide id="5" pos="2993">
          <p15:clr>
            <a:srgbClr val="5ACBF0"/>
          </p15:clr>
        </p15:guide>
        <p15:guide id="6" pos="3547">
          <p15:clr>
            <a:srgbClr val="A4A3A4"/>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Demo slide">
    <p:bg>
      <p:bgPr>
        <a:solidFill>
          <a:schemeClr val="bg1"/>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7E5117A3-E69B-4D89-A69A-EF7381798FC8}"/>
              </a:ext>
            </a:extLst>
          </p:cNvPr>
          <p:cNvSpPr>
            <a:spLocks noGrp="1"/>
          </p:cNvSpPr>
          <p:nvPr>
            <p:ph type="title" hasCustomPrompt="1"/>
          </p:nvPr>
        </p:nvSpPr>
        <p:spPr>
          <a:xfrm>
            <a:off x="585216" y="2985450"/>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Demo title</a:t>
            </a:r>
          </a:p>
        </p:txBody>
      </p:sp>
      <p:sp>
        <p:nvSpPr>
          <p:cNvPr id="7" name="Text Placeholder 4">
            <a:extLst>
              <a:ext uri="{FF2B5EF4-FFF2-40B4-BE49-F238E27FC236}">
                <a16:creationId xmlns:a16="http://schemas.microsoft.com/office/drawing/2014/main" id="{1D7B5D50-6898-43D7-ABF7-5775BC3EA8E9}"/>
              </a:ext>
            </a:extLst>
          </p:cNvPr>
          <p:cNvSpPr>
            <a:spLocks noGrp="1"/>
          </p:cNvSpPr>
          <p:nvPr>
            <p:ph type="body" sz="quarter" idx="12" hasCustomPrompt="1"/>
          </p:nvPr>
        </p:nvSpPr>
        <p:spPr>
          <a:xfrm>
            <a:off x="599283" y="3605425"/>
            <a:ext cx="9144000" cy="307777"/>
          </a:xfrm>
          <a:noFill/>
        </p:spPr>
        <p:txBody>
          <a:bodyPr lIns="0" tIns="0" rIns="0" bIns="0">
            <a:spAutoFit/>
          </a:bodyPr>
          <a:lstStyle>
            <a:lvl1pPr marL="0" indent="0">
              <a:spcBef>
                <a:spcPts val="0"/>
              </a:spcBef>
              <a:spcAft>
                <a:spcPts val="0"/>
              </a:spcAft>
              <a:buFont typeface="Arial" panose="020B0604020202020204" pitchFamily="34" charset="0"/>
              <a:buNone/>
              <a:defRPr sz="2000" spc="0" baseline="0">
                <a:solidFill>
                  <a:schemeClr val="tx1"/>
                </a:solidFill>
                <a:latin typeface="+mn-lt"/>
              </a:defRPr>
            </a:lvl1pPr>
          </a:lstStyle>
          <a:p>
            <a:pPr lvl="0"/>
            <a:r>
              <a:rPr lang="en-US"/>
              <a:t>Speaker name</a:t>
            </a:r>
          </a:p>
        </p:txBody>
      </p:sp>
      <p:pic>
        <p:nvPicPr>
          <p:cNvPr id="5" name="Picture 4">
            <a:extLst>
              <a:ext uri="{FF2B5EF4-FFF2-40B4-BE49-F238E27FC236}">
                <a16:creationId xmlns:a16="http://schemas.microsoft.com/office/drawing/2014/main" id="{B6E0ACDA-E7A1-431F-9526-000B4B6A95DC}"/>
              </a:ext>
            </a:extLst>
          </p:cNvPr>
          <p:cNvPicPr>
            <a:picLocks noChangeAspect="1"/>
          </p:cNvPicPr>
          <p:nvPr userDrawn="1"/>
        </p:nvPicPr>
        <p:blipFill>
          <a:blip r:embed="rId2"/>
          <a:srcRect l="5" r="5"/>
          <a:stretch/>
        </p:blipFill>
        <p:spPr>
          <a:xfrm>
            <a:off x="-1" y="2184934"/>
            <a:ext cx="12192001" cy="4673066"/>
          </a:xfrm>
          <a:prstGeom prst="rect">
            <a:avLst/>
          </a:prstGeom>
        </p:spPr>
      </p:pic>
    </p:spTree>
    <p:extLst>
      <p:ext uri="{BB962C8B-B14F-4D97-AF65-F5344CB8AC3E}">
        <p14:creationId xmlns:p14="http://schemas.microsoft.com/office/powerpoint/2010/main" val="36886329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Video slide">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gradFill>
                  <a:gsLst>
                    <a:gs pos="62564">
                      <a:schemeClr val="tx1"/>
                    </a:gs>
                    <a:gs pos="55000">
                      <a:schemeClr val="tx1"/>
                    </a:gs>
                  </a:gsLst>
                  <a:lin ang="5400000" scaled="0"/>
                </a:gradFill>
                <a:effectLst/>
                <a:latin typeface="+mj-lt"/>
                <a:ea typeface="+mn-ea"/>
                <a:cs typeface="Segoe UI" pitchFamily="34" charset="0"/>
              </a:defRPr>
            </a:lvl1pPr>
          </a:lstStyle>
          <a:p>
            <a:r>
              <a:rPr lang="en-US"/>
              <a:t>Video</a:t>
            </a:r>
          </a:p>
        </p:txBody>
      </p:sp>
      <p:pic>
        <p:nvPicPr>
          <p:cNvPr id="6" name="Picture 5">
            <a:extLst>
              <a:ext uri="{FF2B5EF4-FFF2-40B4-BE49-F238E27FC236}">
                <a16:creationId xmlns:a16="http://schemas.microsoft.com/office/drawing/2014/main" id="{877D5DB2-26CE-4B45-A18C-B19C1FC596CC}"/>
              </a:ext>
            </a:extLst>
          </p:cNvPr>
          <p:cNvPicPr>
            <a:picLocks noChangeAspect="1"/>
          </p:cNvPicPr>
          <p:nvPr userDrawn="1"/>
        </p:nvPicPr>
        <p:blipFill>
          <a:blip r:embed="rId2"/>
          <a:srcRect l="5" r="5"/>
          <a:stretch/>
        </p:blipFill>
        <p:spPr>
          <a:xfrm>
            <a:off x="-1" y="2184934"/>
            <a:ext cx="12192001" cy="4673066"/>
          </a:xfrm>
          <a:prstGeom prst="rect">
            <a:avLst/>
          </a:prstGeom>
        </p:spPr>
      </p:pic>
    </p:spTree>
    <p:extLst>
      <p:ext uri="{BB962C8B-B14F-4D97-AF65-F5344CB8AC3E}">
        <p14:creationId xmlns:p14="http://schemas.microsoft.com/office/powerpoint/2010/main" val="24171252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1">
          <p15:clr>
            <a:srgbClr val="5ACBF0"/>
          </p15:clr>
        </p15:guide>
        <p15:guide id="3" orient="horz" pos="1914">
          <p15:clr>
            <a:srgbClr val="5ACBF0"/>
          </p15:clr>
        </p15:guide>
        <p15:guide id="4" orient="horz" pos="2505">
          <p15:clr>
            <a:srgbClr val="5ACBF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Section Title">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gradFill>
                  <a:gsLst>
                    <a:gs pos="62564">
                      <a:schemeClr val="tx1"/>
                    </a:gs>
                    <a:gs pos="55000">
                      <a:schemeClr val="tx1"/>
                    </a:gs>
                  </a:gsLst>
                  <a:lin ang="5400000" scaled="0"/>
                </a:gradFill>
                <a:effectLst/>
                <a:latin typeface="+mj-lt"/>
                <a:ea typeface="+mn-ea"/>
                <a:cs typeface="Segoe UI" pitchFamily="34" charset="0"/>
              </a:defRPr>
            </a:lvl1pPr>
          </a:lstStyle>
          <a:p>
            <a:r>
              <a:rPr lang="en-US"/>
              <a:t>Section title</a:t>
            </a:r>
          </a:p>
        </p:txBody>
      </p:sp>
      <p:pic>
        <p:nvPicPr>
          <p:cNvPr id="5" name="Picture 4">
            <a:extLst>
              <a:ext uri="{FF2B5EF4-FFF2-40B4-BE49-F238E27FC236}">
                <a16:creationId xmlns:a16="http://schemas.microsoft.com/office/drawing/2014/main" id="{67A5DDA8-A241-470C-8570-679C7EAC6F26}"/>
              </a:ext>
            </a:extLst>
          </p:cNvPr>
          <p:cNvPicPr>
            <a:picLocks noChangeAspect="1"/>
          </p:cNvPicPr>
          <p:nvPr userDrawn="1"/>
        </p:nvPicPr>
        <p:blipFill>
          <a:blip r:embed="rId2"/>
          <a:srcRect l="5" r="5"/>
          <a:stretch/>
        </p:blipFill>
        <p:spPr>
          <a:xfrm>
            <a:off x="-1" y="2184934"/>
            <a:ext cx="12192001" cy="4673066"/>
          </a:xfrm>
          <a:prstGeom prst="rect">
            <a:avLst/>
          </a:prstGeom>
        </p:spPr>
      </p:pic>
    </p:spTree>
    <p:extLst>
      <p:ext uri="{BB962C8B-B14F-4D97-AF65-F5344CB8AC3E}">
        <p14:creationId xmlns:p14="http://schemas.microsoft.com/office/powerpoint/2010/main" val="27165740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Demo slide_2">
    <p:bg>
      <p:bgPr>
        <a:solidFill>
          <a:schemeClr val="tx2"/>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507A9781-335A-4D50-9C58-D8971A7B2AE2}"/>
              </a:ext>
            </a:extLst>
          </p:cNvPr>
          <p:cNvSpPr>
            <a:spLocks noGrp="1"/>
          </p:cNvSpPr>
          <p:nvPr>
            <p:ph type="title" hasCustomPrompt="1"/>
          </p:nvPr>
        </p:nvSpPr>
        <p:spPr>
          <a:xfrm>
            <a:off x="585216" y="2533527"/>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rgbClr val="1A1A1A"/>
                </a:solidFill>
                <a:effectLst/>
                <a:latin typeface="+mj-lt"/>
                <a:ea typeface="+mn-ea"/>
                <a:cs typeface="Segoe UI" pitchFamily="34" charset="0"/>
              </a:defRPr>
            </a:lvl1pPr>
          </a:lstStyle>
          <a:p>
            <a:r>
              <a:rPr lang="en-US"/>
              <a:t>Demo title</a:t>
            </a:r>
          </a:p>
        </p:txBody>
      </p:sp>
      <p:sp>
        <p:nvSpPr>
          <p:cNvPr id="8" name="Text Placeholder 4">
            <a:extLst>
              <a:ext uri="{FF2B5EF4-FFF2-40B4-BE49-F238E27FC236}">
                <a16:creationId xmlns:a16="http://schemas.microsoft.com/office/drawing/2014/main" id="{F17C6D5B-3F62-494F-A40D-0D2FB4FFC7D8}"/>
              </a:ext>
            </a:extLst>
          </p:cNvPr>
          <p:cNvSpPr>
            <a:spLocks noGrp="1"/>
          </p:cNvSpPr>
          <p:nvPr>
            <p:ph type="body" sz="quarter" idx="12" hasCustomPrompt="1"/>
          </p:nvPr>
        </p:nvSpPr>
        <p:spPr>
          <a:xfrm>
            <a:off x="585216" y="3153502"/>
            <a:ext cx="9144000" cy="307777"/>
          </a:xfrm>
          <a:noFill/>
        </p:spPr>
        <p:txBody>
          <a:bodyPr lIns="0" tIns="0" rIns="0" bIns="0">
            <a:spAutoFit/>
          </a:bodyPr>
          <a:lstStyle>
            <a:lvl1pPr marL="0" indent="0">
              <a:spcBef>
                <a:spcPts val="0"/>
              </a:spcBef>
              <a:spcAft>
                <a:spcPts val="0"/>
              </a:spcAft>
              <a:buFont typeface="Arial" panose="020B0604020202020204" pitchFamily="34" charset="0"/>
              <a:buNone/>
              <a:defRPr sz="2000" spc="0" baseline="0">
                <a:solidFill>
                  <a:srgbClr val="1A1A1A"/>
                </a:solidFill>
                <a:latin typeface="+mn-lt"/>
              </a:defRPr>
            </a:lvl1pPr>
          </a:lstStyle>
          <a:p>
            <a:pPr lvl="0"/>
            <a:r>
              <a:rPr lang="en-US"/>
              <a:t>Speaker name</a:t>
            </a:r>
          </a:p>
        </p:txBody>
      </p:sp>
      <p:pic>
        <p:nvPicPr>
          <p:cNvPr id="6" name="Picture 5">
            <a:extLst>
              <a:ext uri="{FF2B5EF4-FFF2-40B4-BE49-F238E27FC236}">
                <a16:creationId xmlns:a16="http://schemas.microsoft.com/office/drawing/2014/main" id="{4BA15FF0-CAC2-4CEA-97C4-2776059C9702}"/>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333290558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Video slide_2">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bg1"/>
                </a:solidFill>
                <a:effectLst/>
                <a:latin typeface="+mj-lt"/>
                <a:ea typeface="+mn-ea"/>
                <a:cs typeface="Segoe UI" pitchFamily="34" charset="0"/>
              </a:defRPr>
            </a:lvl1pPr>
          </a:lstStyle>
          <a:p>
            <a:r>
              <a:rPr lang="en-US"/>
              <a:t>Video</a:t>
            </a:r>
          </a:p>
        </p:txBody>
      </p:sp>
      <p:pic>
        <p:nvPicPr>
          <p:cNvPr id="4" name="Picture 3">
            <a:extLst>
              <a:ext uri="{FF2B5EF4-FFF2-40B4-BE49-F238E27FC236}">
                <a16:creationId xmlns:a16="http://schemas.microsoft.com/office/drawing/2014/main" id="{0770E11A-F8D5-46DE-9768-63FFE5D3BDB9}"/>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359955963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1">
          <p15:clr>
            <a:srgbClr val="5ACBF0"/>
          </p15:clr>
        </p15:guide>
        <p15:guide id="3" orient="horz" pos="1914">
          <p15:clr>
            <a:srgbClr val="5ACBF0"/>
          </p15:clr>
        </p15:guide>
        <p15:guide id="4" orient="horz" pos="2505">
          <p15:clr>
            <a:srgbClr val="5ACBF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Section Title_2">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bg1"/>
                </a:solidFill>
                <a:effectLst/>
                <a:latin typeface="+mj-lt"/>
                <a:ea typeface="+mn-ea"/>
                <a:cs typeface="Segoe UI" pitchFamily="34" charset="0"/>
              </a:defRPr>
            </a:lvl1pPr>
          </a:lstStyle>
          <a:p>
            <a:r>
              <a:rPr lang="en-US"/>
              <a:t>Section title</a:t>
            </a:r>
          </a:p>
        </p:txBody>
      </p:sp>
      <p:pic>
        <p:nvPicPr>
          <p:cNvPr id="5" name="Picture 4">
            <a:extLst>
              <a:ext uri="{FF2B5EF4-FFF2-40B4-BE49-F238E27FC236}">
                <a16:creationId xmlns:a16="http://schemas.microsoft.com/office/drawing/2014/main" id="{1B9F52BA-3A32-48A9-ACBB-89D738320FF7}"/>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119099557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guide id="4" orient="horz" pos="2505">
          <p15:clr>
            <a:srgbClr val="5ACBF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Blank">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72093403"/>
      </p:ext>
    </p:extLst>
  </p:cSld>
  <p:clrMapOvr>
    <a:masterClrMapping/>
  </p:clrMapOvr>
  <p:transition>
    <p:fade/>
  </p:transition>
  <p:extLst>
    <p:ext uri="{DCECCB84-F9BA-43D5-87BE-67443E8EF086}">
      <p15:sldGuideLst xmlns:p15="http://schemas.microsoft.com/office/powerpoint/2012/main">
        <p15:guide id="1" orient="horz" pos="1272">
          <p15:clr>
            <a:srgbClr val="5ACBF0"/>
          </p15:clr>
        </p15:guide>
        <p15:guide id="2" orient="horz" pos="904">
          <p15:clr>
            <a:srgbClr val="5ACBF0"/>
          </p15:clr>
        </p15:guide>
        <p15:guide id="3" orient="horz" pos="288">
          <p15:clr>
            <a:srgbClr val="5ACBF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Blank 2">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0680103"/>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p15:clr>
            <a:srgbClr val="5ACBF0"/>
          </p15:clr>
        </p15:guide>
        <p15:guide id="2" orient="horz" pos="1272">
          <p15:clr>
            <a:srgbClr val="5ACBF0"/>
          </p15:clr>
        </p15:guide>
        <p15:guide id="3" orient="horz" pos="288">
          <p15:clr>
            <a:srgbClr val="5ACBF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D0DF2A6-26A8-4810-95DF-F65F123C6660}"/>
              </a:ext>
            </a:extLst>
          </p:cNvPr>
          <p:cNvSpPr>
            <a:spLocks noGrp="1"/>
          </p:cNvSpPr>
          <p:nvPr>
            <p:ph type="title" hasCustomPrompt="1"/>
          </p:nvPr>
        </p:nvSpPr>
        <p:spPr/>
        <p:txBody>
          <a:bodyPr/>
          <a:lstStyle>
            <a:lvl1pPr>
              <a:defRPr/>
            </a:lvl1pPr>
          </a:lstStyle>
          <a:p>
            <a:r>
              <a:rPr lang="en-US"/>
              <a:t>Software code slide</a:t>
            </a:r>
          </a:p>
        </p:txBody>
      </p:sp>
      <p:sp>
        <p:nvSpPr>
          <p:cNvPr id="5" name="Text Placeholder 4">
            <a:extLst>
              <a:ext uri="{FF2B5EF4-FFF2-40B4-BE49-F238E27FC236}">
                <a16:creationId xmlns:a16="http://schemas.microsoft.com/office/drawing/2014/main" id="{BA9F61CF-FF79-485A-A6C8-A1952EFD58AE}"/>
              </a:ext>
            </a:extLst>
          </p:cNvPr>
          <p:cNvSpPr>
            <a:spLocks noGrp="1"/>
          </p:cNvSpPr>
          <p:nvPr>
            <p:ph type="body" sz="quarter" idx="10"/>
          </p:nvPr>
        </p:nvSpPr>
        <p:spPr>
          <a:xfrm>
            <a:off x="588263" y="1436688"/>
            <a:ext cx="11018520" cy="1908215"/>
          </a:xfrm>
        </p:spPr>
        <p:txBody>
          <a:bodyPr/>
          <a:lstStyle>
            <a:lvl1pPr marL="0" indent="0">
              <a:buNone/>
              <a:defRPr sz="28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1pPr>
            <a:lvl2pPr marL="346553" indent="0">
              <a:buNone/>
              <a:defRPr sz="24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607" indent="0">
              <a:buNone/>
              <a:defRPr sz="20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563" indent="0">
              <a:buNone/>
              <a:defRPr sz="18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997" indent="0">
              <a:buNone/>
              <a:defRPr sz="18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12562624"/>
      </p:ext>
    </p:extLst>
  </p:cSld>
  <p:clrMapOvr>
    <a:masterClrMapping/>
  </p:clrMapOvr>
  <p:transition>
    <p:fade/>
  </p:transition>
  <p:extLst>
    <p:ext uri="{DCECCB84-F9BA-43D5-87BE-67443E8EF086}">
      <p15:sldGuideLst xmlns:p15="http://schemas.microsoft.com/office/powerpoint/2012/main">
        <p15:guide id="1" orient="horz" pos="1272">
          <p15:clr>
            <a:srgbClr val="5ACBF0"/>
          </p15:clr>
        </p15:guide>
        <p15:guide id="2" orient="horz" pos="905">
          <p15:clr>
            <a:srgbClr val="5ACBF0"/>
          </p15:clr>
        </p15:guide>
        <p15:guide id="3" orient="horz" pos="288">
          <p15:clr>
            <a:srgbClr val="5ACBF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8"/>
            <a:ext cx="11018838" cy="2215991"/>
          </a:xfrm>
        </p:spPr>
        <p:txBody>
          <a:bodyPr>
            <a:spAutoFit/>
          </a:bodyPr>
          <a:lstStyle>
            <a:lvl1pPr>
              <a:defRPr sz="3600">
                <a:latin typeface="+mn-lt"/>
              </a:defRPr>
            </a:lvl1pPr>
            <a:lvl2pPr>
              <a:defRPr sz="2800">
                <a:latin typeface="+mn-lt"/>
              </a:defRPr>
            </a:lvl2pPr>
            <a:lvl3pPr>
              <a:defRPr sz="2400">
                <a:latin typeface="+mn-lt"/>
              </a:defRPr>
            </a:lvl3pPr>
            <a:lvl4pPr>
              <a:defRPr sz="2000">
                <a:latin typeface="+mn-lt"/>
              </a:defRPr>
            </a:lvl4pPr>
            <a:lvl5pPr>
              <a:defRPr sz="1800">
                <a:latin typeface="+mn-l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Next slide"/>
          <p:cNvSpPr>
            <a:spLocks noGrp="1"/>
          </p:cNvSpPr>
          <p:nvPr>
            <p:ph type="body" sz="quarter" idx="11" hasCustomPrompt="1"/>
          </p:nvPr>
        </p:nvSpPr>
        <p:spPr>
          <a:xfrm>
            <a:off x="1" y="6269038"/>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Tree>
    <p:extLst>
      <p:ext uri="{BB962C8B-B14F-4D97-AF65-F5344CB8AC3E}">
        <p14:creationId xmlns:p14="http://schemas.microsoft.com/office/powerpoint/2010/main" val="3833038121"/>
      </p:ext>
    </p:extLst>
  </p:cSld>
  <p:clrMapOvr>
    <a:masterClrMapping/>
  </p:clrMapOvr>
  <p:transition>
    <p:fade/>
  </p:transition>
  <p:extLst>
    <p:ext uri="{DCECCB84-F9BA-43D5-87BE-67443E8EF086}">
      <p15:sldGuideLst xmlns:p15="http://schemas.microsoft.com/office/powerpoint/2012/main">
        <p15:guide id="1" orient="horz" pos="904">
          <p15:clr>
            <a:srgbClr val="5ACBF0"/>
          </p15:clr>
        </p15:guide>
        <p15:guide id="2" orient="horz" pos="288">
          <p15:clr>
            <a:srgbClr val="5ACBF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chemeClr val="bg1"/>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CD82180-99F3-4415-BE28-BC19A4BB2625}"/>
              </a:ext>
            </a:extLst>
          </p:cNvPr>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gradFill>
                  <a:gsLst>
                    <a:gs pos="62564">
                      <a:schemeClr val="tx1"/>
                    </a:gs>
                    <a:gs pos="55000">
                      <a:schemeClr val="tx1"/>
                    </a:gs>
                  </a:gsLst>
                  <a:lin ang="5400000" scaled="0"/>
                </a:gradFill>
                <a:effectLst/>
                <a:latin typeface="+mj-lt"/>
                <a:ea typeface="+mn-ea"/>
                <a:cs typeface="Segoe UI" pitchFamily="34" charset="0"/>
              </a:defRPr>
            </a:lvl1pPr>
          </a:lstStyle>
          <a:p>
            <a:r>
              <a:rPr lang="en-US"/>
              <a:t>Click to add copy</a:t>
            </a:r>
          </a:p>
        </p:txBody>
      </p:sp>
      <p:pic>
        <p:nvPicPr>
          <p:cNvPr id="5" name="Picture 4">
            <a:extLst>
              <a:ext uri="{FF2B5EF4-FFF2-40B4-BE49-F238E27FC236}">
                <a16:creationId xmlns:a16="http://schemas.microsoft.com/office/drawing/2014/main" id="{1E6BB193-C413-474A-B507-F1AFD01D9B83}"/>
              </a:ext>
            </a:extLst>
          </p:cNvPr>
          <p:cNvPicPr>
            <a:picLocks noChangeAspect="1"/>
          </p:cNvPicPr>
          <p:nvPr userDrawn="1"/>
        </p:nvPicPr>
        <p:blipFill>
          <a:blip r:embed="rId2"/>
          <a:srcRect l="10" r="10"/>
          <a:stretch/>
        </p:blipFill>
        <p:spPr>
          <a:xfrm>
            <a:off x="0" y="727289"/>
            <a:ext cx="12192000" cy="6130711"/>
          </a:xfrm>
          <a:prstGeom prst="rect">
            <a:avLst/>
          </a:prstGeom>
        </p:spPr>
      </p:pic>
    </p:spTree>
    <p:extLst>
      <p:ext uri="{BB962C8B-B14F-4D97-AF65-F5344CB8AC3E}">
        <p14:creationId xmlns:p14="http://schemas.microsoft.com/office/powerpoint/2010/main" val="2610300948"/>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2_Closing logo slide">
    <p:bg>
      <p:bgPr>
        <a:solidFill>
          <a:schemeClr val="bg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330E47B-22FD-4E91-BA8B-26D94063CD57}"/>
              </a:ext>
            </a:extLst>
          </p:cNvPr>
          <p:cNvPicPr>
            <a:picLocks noChangeAspect="1"/>
          </p:cNvPicPr>
          <p:nvPr userDrawn="1"/>
        </p:nvPicPr>
        <p:blipFill>
          <a:blip r:embed="rId2"/>
          <a:srcRect l="10" r="10"/>
          <a:stretch/>
        </p:blipFill>
        <p:spPr>
          <a:xfrm>
            <a:off x="0" y="727289"/>
            <a:ext cx="12192000" cy="6130711"/>
          </a:xfrm>
          <a:prstGeom prst="rect">
            <a:avLst/>
          </a:prstGeom>
        </p:spPr>
      </p:pic>
      <p:pic>
        <p:nvPicPr>
          <p:cNvPr id="6" name="Picture 5">
            <a:extLst>
              <a:ext uri="{FF2B5EF4-FFF2-40B4-BE49-F238E27FC236}">
                <a16:creationId xmlns:a16="http://schemas.microsoft.com/office/drawing/2014/main" id="{7BF58369-3B4B-410C-9C20-C22E41CBE54D}"/>
              </a:ext>
            </a:extLst>
          </p:cNvPr>
          <p:cNvPicPr>
            <a:picLocks noChangeAspect="1"/>
          </p:cNvPicPr>
          <p:nvPr userDrawn="1"/>
        </p:nvPicPr>
        <p:blipFill>
          <a:blip r:embed="rId3"/>
          <a:srcRect/>
          <a:stretch/>
        </p:blipFill>
        <p:spPr>
          <a:xfrm>
            <a:off x="590104" y="595948"/>
            <a:ext cx="2127497" cy="402335"/>
          </a:xfrm>
          <a:prstGeom prst="rect">
            <a:avLst/>
          </a:prstGeom>
        </p:spPr>
      </p:pic>
    </p:spTree>
    <p:extLst>
      <p:ext uri="{BB962C8B-B14F-4D97-AF65-F5344CB8AC3E}">
        <p14:creationId xmlns:p14="http://schemas.microsoft.com/office/powerpoint/2010/main" val="2643619736"/>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3_Closing logo slide">
    <p:bg>
      <p:bgPr>
        <a:solidFill>
          <a:schemeClr val="bg2"/>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37691AB-BE94-4B7B-8AA2-FA6630F3886A}"/>
              </a:ext>
            </a:extLst>
          </p:cNvPr>
          <p:cNvPicPr>
            <a:picLocks noChangeAspect="1"/>
          </p:cNvPicPr>
          <p:nvPr userDrawn="1"/>
        </p:nvPicPr>
        <p:blipFill>
          <a:blip r:embed="rId2"/>
          <a:srcRect l="10" r="10"/>
          <a:stretch/>
        </p:blipFill>
        <p:spPr>
          <a:xfrm>
            <a:off x="0" y="727289"/>
            <a:ext cx="12192000" cy="6130711"/>
          </a:xfrm>
          <a:prstGeom prst="rect">
            <a:avLst/>
          </a:prstGeom>
        </p:spPr>
      </p:pic>
      <p:pic>
        <p:nvPicPr>
          <p:cNvPr id="6" name="Picture 5">
            <a:extLst>
              <a:ext uri="{FF2B5EF4-FFF2-40B4-BE49-F238E27FC236}">
                <a16:creationId xmlns:a16="http://schemas.microsoft.com/office/drawing/2014/main" id="{D74B51E3-0317-46DE-8BB0-E934990B46F7}"/>
              </a:ext>
            </a:extLst>
          </p:cNvPr>
          <p:cNvPicPr>
            <a:picLocks noChangeAspect="1"/>
          </p:cNvPicPr>
          <p:nvPr userDrawn="1"/>
        </p:nvPicPr>
        <p:blipFill>
          <a:blip r:embed="rId3"/>
          <a:srcRect/>
          <a:stretch/>
        </p:blipFill>
        <p:spPr>
          <a:xfrm>
            <a:off x="590104" y="595948"/>
            <a:ext cx="2127497" cy="402335"/>
          </a:xfrm>
          <a:prstGeom prst="rect">
            <a:avLst/>
          </a:prstGeom>
        </p:spPr>
      </p:pic>
    </p:spTree>
    <p:extLst>
      <p:ext uri="{BB962C8B-B14F-4D97-AF65-F5344CB8AC3E}">
        <p14:creationId xmlns:p14="http://schemas.microsoft.com/office/powerpoint/2010/main" val="3182134367"/>
      </p:ext>
    </p:extLst>
  </p:cSld>
  <p:clrMapOvr>
    <a:overrideClrMapping bg1="dk1" tx1="lt1" bg2="dk2" tx2="lt2" accent1="accent1" accent2="accent2" accent3="accent3" accent4="accent4" accent5="accent5" accent6="accent6" hlink="hlink" folHlink="folHlink"/>
  </p:clrMapOvr>
  <p:transition>
    <p:fade/>
  </p:transition>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image" Target="../media/image1.emf"/><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40.xml"/><Relationship Id="rId13" Type="http://schemas.openxmlformats.org/officeDocument/2006/relationships/slideLayout" Target="../slideLayouts/slideLayout45.xml"/><Relationship Id="rId18" Type="http://schemas.openxmlformats.org/officeDocument/2006/relationships/slideLayout" Target="../slideLayouts/slideLayout50.xml"/><Relationship Id="rId26" Type="http://schemas.openxmlformats.org/officeDocument/2006/relationships/slideLayout" Target="../slideLayouts/slideLayout58.xml"/><Relationship Id="rId3" Type="http://schemas.openxmlformats.org/officeDocument/2006/relationships/slideLayout" Target="../slideLayouts/slideLayout35.xml"/><Relationship Id="rId21" Type="http://schemas.openxmlformats.org/officeDocument/2006/relationships/slideLayout" Target="../slideLayouts/slideLayout53.xml"/><Relationship Id="rId7" Type="http://schemas.openxmlformats.org/officeDocument/2006/relationships/slideLayout" Target="../slideLayouts/slideLayout39.xml"/><Relationship Id="rId12" Type="http://schemas.openxmlformats.org/officeDocument/2006/relationships/slideLayout" Target="../slideLayouts/slideLayout44.xml"/><Relationship Id="rId17" Type="http://schemas.openxmlformats.org/officeDocument/2006/relationships/slideLayout" Target="../slideLayouts/slideLayout49.xml"/><Relationship Id="rId25" Type="http://schemas.openxmlformats.org/officeDocument/2006/relationships/slideLayout" Target="../slideLayouts/slideLayout57.xml"/><Relationship Id="rId2" Type="http://schemas.openxmlformats.org/officeDocument/2006/relationships/slideLayout" Target="../slideLayouts/slideLayout34.xml"/><Relationship Id="rId16" Type="http://schemas.openxmlformats.org/officeDocument/2006/relationships/slideLayout" Target="../slideLayouts/slideLayout48.xml"/><Relationship Id="rId20" Type="http://schemas.openxmlformats.org/officeDocument/2006/relationships/slideLayout" Target="../slideLayouts/slideLayout52.xml"/><Relationship Id="rId29" Type="http://schemas.openxmlformats.org/officeDocument/2006/relationships/slideLayout" Target="../slideLayouts/slideLayout61.xml"/><Relationship Id="rId1" Type="http://schemas.openxmlformats.org/officeDocument/2006/relationships/slideLayout" Target="../slideLayouts/slideLayout33.xml"/><Relationship Id="rId6" Type="http://schemas.openxmlformats.org/officeDocument/2006/relationships/slideLayout" Target="../slideLayouts/slideLayout38.xml"/><Relationship Id="rId11" Type="http://schemas.openxmlformats.org/officeDocument/2006/relationships/slideLayout" Target="../slideLayouts/slideLayout43.xml"/><Relationship Id="rId24" Type="http://schemas.openxmlformats.org/officeDocument/2006/relationships/slideLayout" Target="../slideLayouts/slideLayout56.xml"/><Relationship Id="rId32" Type="http://schemas.openxmlformats.org/officeDocument/2006/relationships/image" Target="../media/image1.emf"/><Relationship Id="rId5" Type="http://schemas.openxmlformats.org/officeDocument/2006/relationships/slideLayout" Target="../slideLayouts/slideLayout37.xml"/><Relationship Id="rId15" Type="http://schemas.openxmlformats.org/officeDocument/2006/relationships/slideLayout" Target="../slideLayouts/slideLayout47.xml"/><Relationship Id="rId23" Type="http://schemas.openxmlformats.org/officeDocument/2006/relationships/slideLayout" Target="../slideLayouts/slideLayout55.xml"/><Relationship Id="rId28" Type="http://schemas.openxmlformats.org/officeDocument/2006/relationships/slideLayout" Target="../slideLayouts/slideLayout60.xml"/><Relationship Id="rId10" Type="http://schemas.openxmlformats.org/officeDocument/2006/relationships/slideLayout" Target="../slideLayouts/slideLayout42.xml"/><Relationship Id="rId19" Type="http://schemas.openxmlformats.org/officeDocument/2006/relationships/slideLayout" Target="../slideLayouts/slideLayout51.xml"/><Relationship Id="rId31" Type="http://schemas.openxmlformats.org/officeDocument/2006/relationships/theme" Target="../theme/theme2.xml"/><Relationship Id="rId4" Type="http://schemas.openxmlformats.org/officeDocument/2006/relationships/slideLayout" Target="../slideLayouts/slideLayout36.xml"/><Relationship Id="rId9" Type="http://schemas.openxmlformats.org/officeDocument/2006/relationships/slideLayout" Target="../slideLayouts/slideLayout41.xml"/><Relationship Id="rId14" Type="http://schemas.openxmlformats.org/officeDocument/2006/relationships/slideLayout" Target="../slideLayouts/slideLayout46.xml"/><Relationship Id="rId22" Type="http://schemas.openxmlformats.org/officeDocument/2006/relationships/slideLayout" Target="../slideLayouts/slideLayout54.xml"/><Relationship Id="rId27" Type="http://schemas.openxmlformats.org/officeDocument/2006/relationships/slideLayout" Target="../slideLayouts/slideLayout59.xml"/><Relationship Id="rId30" Type="http://schemas.openxmlformats.org/officeDocument/2006/relationships/slideLayout" Target="../slideLayouts/slideLayout6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userDrawn="1">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userDrawn="1">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userDrawn="1"/>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userDrawn="1"/>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userDrawn="1"/>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48" name="MS Brand colors" descr="These are Microsoft Brand colors. The color bar is placed to the side of the Theme master so that it will be visible on all slides. Users can use the 'eye dropper' color tools under Color Fill Shape, Color Fill line etc. to easily select Brand colors. ">
            <a:extLst>
              <a:ext uri="{FF2B5EF4-FFF2-40B4-BE49-F238E27FC236}">
                <a16:creationId xmlns:a16="http://schemas.microsoft.com/office/drawing/2014/main" id="{EC85B358-AF2D-491C-A3BA-0465D8177799}"/>
              </a:ext>
              <a:ext uri="{C183D7F6-B498-43B3-948B-1728B52AA6E4}">
                <adec:decorative xmlns:adec="http://schemas.microsoft.com/office/drawing/2017/decorative" val="0"/>
              </a:ext>
            </a:extLst>
          </p:cNvPr>
          <p:cNvPicPr>
            <a:picLocks noChangeAspect="1"/>
          </p:cNvPicPr>
          <p:nvPr userDrawn="1"/>
        </p:nvPicPr>
        <p:blipFill rotWithShape="1">
          <a:blip r:embed="rId34"/>
          <a:srcRect l="762"/>
          <a:stretch/>
        </p:blipFill>
        <p:spPr>
          <a:xfrm rot="5400000">
            <a:off x="9455831" y="2843773"/>
            <a:ext cx="6858000" cy="1170455"/>
          </a:xfrm>
          <a:prstGeom prst="rect">
            <a:avLst/>
          </a:prstGeom>
        </p:spPr>
      </p:pic>
    </p:spTree>
    <p:extLst>
      <p:ext uri="{BB962C8B-B14F-4D97-AF65-F5344CB8AC3E}">
        <p14:creationId xmlns:p14="http://schemas.microsoft.com/office/powerpoint/2010/main" val="3588427678"/>
      </p:ext>
    </p:extLst>
  </p:cSld>
  <p:clrMap bg1="lt1" tx1="dk1" bg2="lt2" tx2="dk2" accent1="accent1" accent2="accent2" accent3="accent3" accent4="accent4" accent5="accent5" accent6="accent6" hlink="hlink" folHlink="folHlink"/>
  <p:sldLayoutIdLst>
    <p:sldLayoutId id="2147484779" r:id="rId1"/>
    <p:sldLayoutId id="2147484766" r:id="rId2"/>
    <p:sldLayoutId id="2147484786" r:id="rId3"/>
    <p:sldLayoutId id="2147484781" r:id="rId4"/>
    <p:sldLayoutId id="2147484782" r:id="rId5"/>
    <p:sldLayoutId id="2147484762" r:id="rId6"/>
    <p:sldLayoutId id="2147484240" r:id="rId7"/>
    <p:sldLayoutId id="2147484793" r:id="rId8"/>
    <p:sldLayoutId id="2147484788" r:id="rId9"/>
    <p:sldLayoutId id="2147484241" r:id="rId10"/>
    <p:sldLayoutId id="2147484789" r:id="rId11"/>
    <p:sldLayoutId id="2147484474" r:id="rId12"/>
    <p:sldLayoutId id="2147484245" r:id="rId13"/>
    <p:sldLayoutId id="2147484247" r:id="rId14"/>
    <p:sldLayoutId id="2147484639" r:id="rId15"/>
    <p:sldLayoutId id="2147484603" r:id="rId16"/>
    <p:sldLayoutId id="2147484700" r:id="rId17"/>
    <p:sldLayoutId id="2147484701" r:id="rId18"/>
    <p:sldLayoutId id="2147484702" r:id="rId19"/>
    <p:sldLayoutId id="2147484640" r:id="rId20"/>
    <p:sldLayoutId id="2147484641" r:id="rId21"/>
    <p:sldLayoutId id="2147484583" r:id="rId22"/>
    <p:sldLayoutId id="2147484249" r:id="rId23"/>
    <p:sldLayoutId id="2147484582" r:id="rId24"/>
    <p:sldLayoutId id="2147484584" r:id="rId25"/>
    <p:sldLayoutId id="2147484256" r:id="rId26"/>
    <p:sldLayoutId id="2147484257" r:id="rId27"/>
    <p:sldLayoutId id="2147484585" r:id="rId28"/>
    <p:sldLayoutId id="2147484760" r:id="rId29"/>
    <p:sldLayoutId id="2147484783" r:id="rId30"/>
    <p:sldLayoutId id="2147484761" r:id="rId31"/>
    <p:sldLayoutId id="2147484263" r:id="rId32"/>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Segoe UI Semilight" panose="020B0402040204020203" pitchFamily="34" charset="0"/>
          <a:ea typeface="+mn-ea"/>
          <a:cs typeface="Segoe UI Semilight" panose="020B04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gradFill>
            <a:gsLst>
              <a:gs pos="1250">
                <a:schemeClr val="tx1"/>
              </a:gs>
              <a:gs pos="100000">
                <a:schemeClr val="tx1"/>
              </a:gs>
            </a:gsLst>
            <a:lin ang="5400000" scaled="0"/>
          </a:gra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gradFill>
            <a:gsLst>
              <a:gs pos="1250">
                <a:schemeClr val="tx1"/>
              </a:gs>
              <a:gs pos="100000">
                <a:schemeClr val="tx1"/>
              </a:gs>
            </a:gsLst>
            <a:lin ang="5400000" scaled="0"/>
          </a:gra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userDrawn="1">
          <p15:clr>
            <a:srgbClr val="C35EA4"/>
          </p15:clr>
        </p15:guide>
        <p15:guide id="17" pos="7313" userDrawn="1">
          <p15:clr>
            <a:srgbClr val="C35EA4"/>
          </p15:clr>
        </p15:guide>
        <p15:guide id="25" orient="horz" pos="369" userDrawn="1">
          <p15:clr>
            <a:srgbClr val="C35EA4"/>
          </p15:clr>
        </p15:guide>
        <p15:guide id="26" orient="horz" pos="3949" userDrawn="1">
          <p15:clr>
            <a:srgbClr val="C35EA4"/>
          </p15:clr>
        </p15:guide>
        <p15:guide id="27" orient="horz" pos="184" userDrawn="1">
          <p15:clr>
            <a:srgbClr val="A4A3A4"/>
          </p15:clr>
        </p15:guide>
        <p15:guide id="28" pos="185" userDrawn="1">
          <p15:clr>
            <a:srgbClr val="A4A3A4"/>
          </p15:clr>
        </p15:guide>
        <p15:guide id="29" orient="horz" pos="4135" userDrawn="1">
          <p15:clr>
            <a:srgbClr val="A4A3A4"/>
          </p15:clr>
        </p15:guide>
        <p15:guide id="30" pos="7495" userDrawn="1">
          <p15:clr>
            <a:srgbClr val="A4A3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userDrawn="1">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userDrawn="1">
            <p:ph type="body" idx="1"/>
          </p:nvPr>
        </p:nvSpPr>
        <p:spPr>
          <a:xfrm>
            <a:off x="584200" y="1435503"/>
            <a:ext cx="11018520" cy="1612749"/>
          </a:xfrm>
          <a:prstGeom prst="rect">
            <a:avLst/>
          </a:prstGeom>
        </p:spPr>
        <p:txBody>
          <a:bodyPr vert="horz" wrap="square" lIns="0" tIns="0" rIns="0" bIns="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userDrawn="1"/>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userDrawn="1"/>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userDrawn="1"/>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48" name="MS Brand colors" descr="These are Microsoft Brand colors. The color bar is placed to the side of the Theme master so that it will be visible on all slides. Users can use the 'eye dropper' color tools under Color Fill Shape, Color Fill line etc. to easily select Brand colors. ">
            <a:extLst>
              <a:ext uri="{FF2B5EF4-FFF2-40B4-BE49-F238E27FC236}">
                <a16:creationId xmlns:a16="http://schemas.microsoft.com/office/drawing/2014/main" id="{AA8BCD47-4247-4ABA-A99B-DEE7D4A0B47E}"/>
              </a:ext>
              <a:ext uri="{C183D7F6-B498-43B3-948B-1728B52AA6E4}">
                <adec:decorative xmlns:adec="http://schemas.microsoft.com/office/drawing/2017/decorative" val="0"/>
              </a:ext>
            </a:extLst>
          </p:cNvPr>
          <p:cNvPicPr>
            <a:picLocks noChangeAspect="1"/>
          </p:cNvPicPr>
          <p:nvPr userDrawn="1"/>
        </p:nvPicPr>
        <p:blipFill rotWithShape="1">
          <a:blip r:embed="rId32"/>
          <a:srcRect l="762"/>
          <a:stretch/>
        </p:blipFill>
        <p:spPr>
          <a:xfrm rot="5400000">
            <a:off x="9455831" y="2843773"/>
            <a:ext cx="6858000" cy="1170455"/>
          </a:xfrm>
          <a:prstGeom prst="rect">
            <a:avLst/>
          </a:prstGeom>
        </p:spPr>
      </p:pic>
    </p:spTree>
    <p:extLst>
      <p:ext uri="{BB962C8B-B14F-4D97-AF65-F5344CB8AC3E}">
        <p14:creationId xmlns:p14="http://schemas.microsoft.com/office/powerpoint/2010/main" val="2789957686"/>
      </p:ext>
    </p:extLst>
  </p:cSld>
  <p:clrMap bg1="dk1" tx1="lt1" bg2="dk2" tx2="lt2" accent1="accent1" accent2="accent2" accent3="accent3" accent4="accent4" accent5="accent5" accent6="accent6" hlink="hlink" folHlink="folHlink"/>
  <p:sldLayoutIdLst>
    <p:sldLayoutId id="2147484780" r:id="rId1"/>
    <p:sldLayoutId id="2147484771" r:id="rId2"/>
    <p:sldLayoutId id="2147484787" r:id="rId3"/>
    <p:sldLayoutId id="2147484784" r:id="rId4"/>
    <p:sldLayoutId id="2147484650" r:id="rId5"/>
    <p:sldLayoutId id="2147484790" r:id="rId6"/>
    <p:sldLayoutId id="2147484651" r:id="rId7"/>
    <p:sldLayoutId id="2147484791" r:id="rId8"/>
    <p:sldLayoutId id="2147484795" r:id="rId9"/>
    <p:sldLayoutId id="2147484794" r:id="rId10"/>
    <p:sldLayoutId id="2147484652" r:id="rId11"/>
    <p:sldLayoutId id="2147484653" r:id="rId12"/>
    <p:sldLayoutId id="2147484655" r:id="rId13"/>
    <p:sldLayoutId id="2147484656" r:id="rId14"/>
    <p:sldLayoutId id="2147484738" r:id="rId15"/>
    <p:sldLayoutId id="2147484739" r:id="rId16"/>
    <p:sldLayoutId id="2147484740" r:id="rId17"/>
    <p:sldLayoutId id="2147484661" r:id="rId18"/>
    <p:sldLayoutId id="2147484663" r:id="rId19"/>
    <p:sldLayoutId id="2147484665" r:id="rId20"/>
    <p:sldLayoutId id="2147484774" r:id="rId21"/>
    <p:sldLayoutId id="2147484775" r:id="rId22"/>
    <p:sldLayoutId id="2147484776" r:id="rId23"/>
    <p:sldLayoutId id="2147484666" r:id="rId24"/>
    <p:sldLayoutId id="2147484667" r:id="rId25"/>
    <p:sldLayoutId id="2147484668" r:id="rId26"/>
    <p:sldLayoutId id="2147484670" r:id="rId27"/>
    <p:sldLayoutId id="2147484773" r:id="rId28"/>
    <p:sldLayoutId id="2147484792" r:id="rId29"/>
    <p:sldLayoutId id="2147484785" r:id="rId30"/>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Segoe UI Semilight" panose="020B0402040204020203" pitchFamily="34" charset="0"/>
          <a:ea typeface="+mn-ea"/>
          <a:cs typeface="Segoe UI Semilight" panose="020B04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gradFill>
            <a:gsLst>
              <a:gs pos="1250">
                <a:schemeClr val="tx1"/>
              </a:gs>
              <a:gs pos="100000">
                <a:schemeClr val="tx1"/>
              </a:gs>
            </a:gsLst>
            <a:lin ang="5400000" scaled="0"/>
          </a:gra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gradFill>
            <a:gsLst>
              <a:gs pos="1250">
                <a:schemeClr val="tx1"/>
              </a:gs>
              <a:gs pos="100000">
                <a:schemeClr val="tx1"/>
              </a:gs>
            </a:gsLst>
            <a:lin ang="5400000" scaled="0"/>
          </a:gra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p15:clr>
            <a:srgbClr val="C35EA4"/>
          </p15:clr>
        </p15:guide>
        <p15:guide id="17" pos="7313">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88" userDrawn="1">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718801444"/>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Build an AI-Powered Image Analyzer</a:t>
            </a:r>
          </a:p>
        </p:txBody>
      </p:sp>
      <p:sp>
        <p:nvSpPr>
          <p:cNvPr id="3" name="Text Placeholder 2"/>
          <p:cNvSpPr>
            <a:spLocks noGrp="1"/>
          </p:cNvSpPr>
          <p:nvPr>
            <p:ph type="body" sz="quarter" idx="12"/>
          </p:nvPr>
        </p:nvSpPr>
        <p:spPr/>
        <p:txBody>
          <a:bodyPr/>
          <a:lstStyle/>
          <a:p>
            <a:pPr>
              <a:defRPr sz="2800"/>
            </a:pPr>
            <a:r>
              <a:t>Azure AI Vision Workshop</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About Me</a:t>
            </a:r>
          </a:p>
        </p:txBody>
      </p:sp>
      <p:sp>
        <p:nvSpPr>
          <p:cNvPr id="3" name="Text Placeholder 2"/>
          <p:cNvSpPr>
            <a:spLocks noGrp="1"/>
          </p:cNvSpPr>
          <p:nvPr>
            <p:ph type="body" sz="quarter" idx="10"/>
          </p:nvPr>
        </p:nvSpPr>
        <p:spPr>
          <a:xfrm>
            <a:off x="586390" y="1434370"/>
            <a:ext cx="11018520" cy="2158540"/>
          </a:xfrm>
        </p:spPr>
        <p:txBody>
          <a:bodyPr/>
          <a:lstStyle/>
          <a:p>
            <a:pPr>
              <a:spcBef>
                <a:spcPts val="400"/>
              </a:spcBef>
              <a:spcAft>
                <a:spcPts val="400"/>
              </a:spcAft>
              <a:defRPr sz="2000"/>
            </a:pPr>
            <a:r>
              <a:rPr b="1" dirty="0"/>
              <a:t>Jainal Gosaliya</a:t>
            </a:r>
          </a:p>
          <a:p>
            <a:pPr>
              <a:spcAft>
                <a:spcPts val="800"/>
              </a:spcAft>
            </a:pPr>
            <a:endParaRPr dirty="0"/>
          </a:p>
          <a:p>
            <a:pPr>
              <a:spcBef>
                <a:spcPts val="400"/>
              </a:spcBef>
              <a:spcAft>
                <a:spcPts val="400"/>
              </a:spcAft>
              <a:defRPr sz="2000"/>
            </a:pPr>
            <a:r>
              <a:rPr b="1" dirty="0"/>
              <a:t>Beta Microsoft Learn Student Ambassador</a:t>
            </a:r>
            <a:endParaRPr lang="en-US" b="1" dirty="0"/>
          </a:p>
          <a:p>
            <a:pPr>
              <a:spcBef>
                <a:spcPts val="400"/>
              </a:spcBef>
              <a:spcAft>
                <a:spcPts val="400"/>
              </a:spcAft>
              <a:defRPr sz="2000"/>
            </a:pPr>
            <a:endParaRPr dirty="0"/>
          </a:p>
          <a:p>
            <a:pPr>
              <a:spcBef>
                <a:spcPts val="400"/>
              </a:spcBef>
              <a:spcAft>
                <a:spcPts val="400"/>
              </a:spcAft>
              <a:defRPr sz="2000"/>
            </a:pPr>
            <a:r>
              <a:rPr dirty="0"/>
              <a:t>Passionate about Python, AI &amp; Azure!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Agenda</a:t>
            </a:r>
          </a:p>
        </p:txBody>
      </p:sp>
      <p:sp>
        <p:nvSpPr>
          <p:cNvPr id="3" name="Text Placeholder 2"/>
          <p:cNvSpPr>
            <a:spLocks noGrp="1"/>
          </p:cNvSpPr>
          <p:nvPr>
            <p:ph type="body" sz="quarter" idx="10"/>
          </p:nvPr>
        </p:nvSpPr>
        <p:spPr>
          <a:xfrm>
            <a:off x="586390" y="1434370"/>
            <a:ext cx="11018520" cy="2728952"/>
          </a:xfrm>
        </p:spPr>
        <p:txBody>
          <a:bodyPr/>
          <a:lstStyle/>
          <a:p>
            <a:pPr>
              <a:spcBef>
                <a:spcPts val="1200"/>
              </a:spcBef>
              <a:spcAft>
                <a:spcPts val="400"/>
              </a:spcAft>
              <a:defRPr sz="2200" b="1"/>
            </a:pPr>
            <a:r>
              <a:rPr dirty="0"/>
              <a:t>Today's Plan:</a:t>
            </a:r>
            <a:br>
              <a:rPr lang="en-US" dirty="0"/>
            </a:br>
            <a:endParaRPr dirty="0"/>
          </a:p>
          <a:p>
            <a:pPr>
              <a:spcBef>
                <a:spcPts val="400"/>
              </a:spcBef>
              <a:spcAft>
                <a:spcPts val="400"/>
              </a:spcAft>
              <a:defRPr sz="2000"/>
            </a:pPr>
            <a:r>
              <a:rPr dirty="0"/>
              <a:t>• What is Azure AI Vision?</a:t>
            </a:r>
          </a:p>
          <a:p>
            <a:pPr>
              <a:spcBef>
                <a:spcPts val="400"/>
              </a:spcBef>
              <a:spcAft>
                <a:spcPts val="400"/>
              </a:spcAft>
              <a:defRPr sz="2000"/>
            </a:pPr>
            <a:r>
              <a:rPr dirty="0"/>
              <a:t>• Key Features</a:t>
            </a:r>
          </a:p>
          <a:p>
            <a:pPr>
              <a:spcBef>
                <a:spcPts val="400"/>
              </a:spcBef>
              <a:spcAft>
                <a:spcPts val="400"/>
              </a:spcAft>
              <a:defRPr sz="2000"/>
            </a:pPr>
            <a:r>
              <a:rPr dirty="0"/>
              <a:t>• Real-World Use Cases</a:t>
            </a:r>
          </a:p>
          <a:p>
            <a:pPr>
              <a:spcBef>
                <a:spcPts val="400"/>
              </a:spcBef>
              <a:spcAft>
                <a:spcPts val="400"/>
              </a:spcAft>
              <a:defRPr sz="2000"/>
            </a:pPr>
            <a:r>
              <a:rPr dirty="0"/>
              <a:t>• Live Demo</a:t>
            </a:r>
          </a:p>
          <a:p>
            <a:pPr>
              <a:spcBef>
                <a:spcPts val="400"/>
              </a:spcBef>
              <a:spcAft>
                <a:spcPts val="400"/>
              </a:spcAft>
              <a:defRPr sz="2000"/>
            </a:pPr>
            <a:r>
              <a:rPr dirty="0"/>
              <a:t>• Q&amp;A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is Azure AI Vision?</a:t>
            </a:r>
          </a:p>
        </p:txBody>
      </p:sp>
      <p:sp>
        <p:nvSpPr>
          <p:cNvPr id="3" name="Text Placeholder 2"/>
          <p:cNvSpPr>
            <a:spLocks noGrp="1"/>
          </p:cNvSpPr>
          <p:nvPr>
            <p:ph type="body" sz="quarter" idx="10"/>
          </p:nvPr>
        </p:nvSpPr>
        <p:spPr/>
        <p:txBody>
          <a:bodyPr/>
          <a:lstStyle/>
          <a:p>
            <a:pPr>
              <a:spcBef>
                <a:spcPts val="400"/>
              </a:spcBef>
              <a:spcAft>
                <a:spcPts val="400"/>
              </a:spcAft>
              <a:defRPr sz="2000"/>
            </a:pPr>
            <a:r>
              <a:rPr dirty="0"/>
              <a:t>Cloud-based AI for image analysis</a:t>
            </a:r>
          </a:p>
          <a:p>
            <a:pPr>
              <a:spcAft>
                <a:spcPts val="800"/>
              </a:spcAft>
            </a:pPr>
            <a:endParaRPr dirty="0"/>
          </a:p>
          <a:p>
            <a:pPr>
              <a:spcBef>
                <a:spcPts val="400"/>
              </a:spcBef>
              <a:spcAft>
                <a:spcPts val="400"/>
              </a:spcAft>
              <a:defRPr sz="2000"/>
            </a:pPr>
            <a:r>
              <a:rPr dirty="0"/>
              <a:t>Part of Microsoft Azure AI Services</a:t>
            </a:r>
          </a:p>
          <a:p>
            <a:pPr>
              <a:spcAft>
                <a:spcPts val="800"/>
              </a:spcAft>
            </a:pPr>
            <a:endParaRPr dirty="0"/>
          </a:p>
          <a:p>
            <a:pPr>
              <a:spcBef>
                <a:spcPts val="1200"/>
              </a:spcBef>
              <a:spcAft>
                <a:spcPts val="400"/>
              </a:spcAft>
              <a:defRPr sz="2200" b="1"/>
            </a:pPr>
            <a:r>
              <a:rPr dirty="0"/>
              <a:t>Capabilities:</a:t>
            </a:r>
          </a:p>
          <a:p>
            <a:pPr>
              <a:spcBef>
                <a:spcPts val="400"/>
              </a:spcBef>
              <a:spcAft>
                <a:spcPts val="400"/>
              </a:spcAft>
              <a:defRPr sz="2000"/>
            </a:pPr>
            <a:r>
              <a:rPr dirty="0"/>
              <a:t>• Extract text from images (OCR)</a:t>
            </a:r>
          </a:p>
          <a:p>
            <a:pPr>
              <a:spcBef>
                <a:spcPts val="400"/>
              </a:spcBef>
              <a:spcAft>
                <a:spcPts val="400"/>
              </a:spcAft>
              <a:defRPr sz="2000"/>
            </a:pPr>
            <a:r>
              <a:rPr dirty="0"/>
              <a:t>• Detect objects in photos</a:t>
            </a:r>
          </a:p>
          <a:p>
            <a:pPr>
              <a:spcBef>
                <a:spcPts val="400"/>
              </a:spcBef>
              <a:spcAft>
                <a:spcPts val="400"/>
              </a:spcAft>
              <a:defRPr sz="2000"/>
            </a:pPr>
            <a:r>
              <a:rPr dirty="0"/>
              <a:t>• Generate image descriptions</a:t>
            </a:r>
          </a:p>
          <a:p>
            <a:pPr>
              <a:spcBef>
                <a:spcPts val="400"/>
              </a:spcBef>
              <a:spcAft>
                <a:spcPts val="400"/>
              </a:spcAft>
              <a:defRPr sz="2000"/>
            </a:pPr>
            <a:r>
              <a:rPr dirty="0"/>
              <a:t>• Analyze image content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Pricing</a:t>
            </a:r>
          </a:p>
        </p:txBody>
      </p:sp>
      <p:sp>
        <p:nvSpPr>
          <p:cNvPr id="3" name="Text Placeholder 2"/>
          <p:cNvSpPr>
            <a:spLocks noGrp="1"/>
          </p:cNvSpPr>
          <p:nvPr>
            <p:ph type="body" sz="quarter" idx="10"/>
          </p:nvPr>
        </p:nvSpPr>
        <p:spPr/>
        <p:txBody>
          <a:bodyPr/>
          <a:lstStyle/>
          <a:p>
            <a:pPr>
              <a:spcBef>
                <a:spcPts val="400"/>
              </a:spcBef>
              <a:spcAft>
                <a:spcPts val="400"/>
              </a:spcAft>
              <a:defRPr sz="2000"/>
            </a:pPr>
            <a:r>
              <a:t>Free Tier Available!</a:t>
            </a:r>
          </a:p>
          <a:p>
            <a:pPr>
              <a:spcAft>
                <a:spcPts val="800"/>
              </a:spcAft>
            </a:pPr>
            <a:endParaRPr/>
          </a:p>
          <a:p>
            <a:pPr>
              <a:spcBef>
                <a:spcPts val="400"/>
              </a:spcBef>
              <a:spcAft>
                <a:spcPts val="400"/>
              </a:spcAft>
              <a:defRPr sz="2000"/>
            </a:pPr>
            <a:r>
              <a:t>• 20 API calls per minute</a:t>
            </a:r>
          </a:p>
          <a:p>
            <a:pPr>
              <a:spcBef>
                <a:spcPts val="400"/>
              </a:spcBef>
              <a:spcAft>
                <a:spcPts val="400"/>
              </a:spcAft>
              <a:defRPr sz="2000"/>
            </a:pPr>
            <a:r>
              <a:t>• 5,000 calls per month</a:t>
            </a:r>
          </a:p>
          <a:p>
            <a:pPr>
              <a:spcBef>
                <a:spcPts val="400"/>
              </a:spcBef>
              <a:spcAft>
                <a:spcPts val="400"/>
              </a:spcAft>
              <a:defRPr sz="2000"/>
            </a:pPr>
            <a:r>
              <a:t>• No credit card required</a:t>
            </a:r>
          </a:p>
          <a:p>
            <a:pPr>
              <a:spcAft>
                <a:spcPts val="800"/>
              </a:spcAft>
            </a:pPr>
            <a:endParaRPr/>
          </a:p>
          <a:p>
            <a:pPr>
              <a:spcBef>
                <a:spcPts val="400"/>
              </a:spcBef>
              <a:spcAft>
                <a:spcPts val="400"/>
              </a:spcAft>
              <a:defRPr sz="2000"/>
            </a:pPr>
            <a:r>
              <a:t>Perfect for learning &amp; prototyping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Key Features</a:t>
            </a:r>
          </a:p>
        </p:txBody>
      </p:sp>
      <p:sp>
        <p:nvSpPr>
          <p:cNvPr id="3" name="Text Placeholder 2"/>
          <p:cNvSpPr>
            <a:spLocks noGrp="1"/>
          </p:cNvSpPr>
          <p:nvPr>
            <p:ph type="body" sz="quarter" idx="10"/>
          </p:nvPr>
        </p:nvSpPr>
        <p:spPr>
          <a:xfrm>
            <a:off x="586390" y="1434370"/>
            <a:ext cx="11018520" cy="3611245"/>
          </a:xfrm>
        </p:spPr>
        <p:txBody>
          <a:bodyPr/>
          <a:lstStyle/>
          <a:p>
            <a:pPr>
              <a:spcBef>
                <a:spcPts val="1200"/>
              </a:spcBef>
              <a:spcAft>
                <a:spcPts val="400"/>
              </a:spcAft>
              <a:defRPr sz="2200" b="1"/>
            </a:pPr>
            <a:r>
              <a:rPr dirty="0"/>
              <a:t>OCR (Read):</a:t>
            </a:r>
          </a:p>
          <a:p>
            <a:pPr>
              <a:spcBef>
                <a:spcPts val="400"/>
              </a:spcBef>
              <a:spcAft>
                <a:spcPts val="400"/>
              </a:spcAft>
              <a:defRPr sz="2000"/>
            </a:pPr>
            <a:r>
              <a:rPr dirty="0"/>
              <a:t>• Extract printed &amp; handwritten text</a:t>
            </a:r>
          </a:p>
          <a:p>
            <a:pPr>
              <a:spcBef>
                <a:spcPts val="1200"/>
              </a:spcBef>
              <a:spcAft>
                <a:spcPts val="400"/>
              </a:spcAft>
              <a:defRPr sz="2200" b="1"/>
            </a:pPr>
            <a:r>
              <a:rPr dirty="0"/>
              <a:t>Image Captions:</a:t>
            </a:r>
          </a:p>
          <a:p>
            <a:pPr>
              <a:spcBef>
                <a:spcPts val="400"/>
              </a:spcBef>
              <a:spcAft>
                <a:spcPts val="400"/>
              </a:spcAft>
              <a:defRPr sz="2000"/>
            </a:pPr>
            <a:r>
              <a:rPr dirty="0"/>
              <a:t>• "A dog playing in the park"</a:t>
            </a:r>
          </a:p>
          <a:p>
            <a:pPr>
              <a:spcBef>
                <a:spcPts val="1200"/>
              </a:spcBef>
              <a:spcAft>
                <a:spcPts val="400"/>
              </a:spcAft>
              <a:defRPr sz="2200" b="1"/>
            </a:pPr>
            <a:r>
              <a:rPr dirty="0"/>
              <a:t>Object Detection:</a:t>
            </a:r>
          </a:p>
          <a:p>
            <a:pPr>
              <a:spcBef>
                <a:spcPts val="400"/>
              </a:spcBef>
              <a:spcAft>
                <a:spcPts val="400"/>
              </a:spcAft>
              <a:defRPr sz="2000"/>
            </a:pPr>
            <a:r>
              <a:rPr dirty="0"/>
              <a:t>• Identify objects with bounding boxes</a:t>
            </a:r>
          </a:p>
          <a:p>
            <a:pPr>
              <a:spcBef>
                <a:spcPts val="1200"/>
              </a:spcBef>
              <a:spcAft>
                <a:spcPts val="400"/>
              </a:spcAft>
              <a:defRPr sz="2200" b="1"/>
            </a:pPr>
            <a:r>
              <a:rPr dirty="0"/>
              <a:t>Smart Tags:</a:t>
            </a:r>
          </a:p>
          <a:p>
            <a:pPr>
              <a:spcBef>
                <a:spcPts val="400"/>
              </a:spcBef>
              <a:spcAft>
                <a:spcPts val="400"/>
              </a:spcAft>
              <a:defRPr sz="2000"/>
            </a:pPr>
            <a:r>
              <a:rPr dirty="0"/>
              <a:t>• Auto-label images with keywords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Use Cases: Accessibility</a:t>
            </a:r>
          </a:p>
        </p:txBody>
      </p:sp>
      <p:sp>
        <p:nvSpPr>
          <p:cNvPr id="3" name="Text Placeholder 2"/>
          <p:cNvSpPr>
            <a:spLocks noGrp="1"/>
          </p:cNvSpPr>
          <p:nvPr>
            <p:ph type="body" sz="quarter" idx="10"/>
          </p:nvPr>
        </p:nvSpPr>
        <p:spPr/>
        <p:txBody>
          <a:bodyPr/>
          <a:lstStyle/>
          <a:p>
            <a:pPr>
              <a:spcBef>
                <a:spcPts val="1200"/>
              </a:spcBef>
              <a:spcAft>
                <a:spcPts val="400"/>
              </a:spcAft>
              <a:defRPr sz="2200" b="1"/>
            </a:pPr>
            <a:r>
              <a:t>Helping visually impaired users:</a:t>
            </a:r>
          </a:p>
          <a:p>
            <a:pPr>
              <a:spcAft>
                <a:spcPts val="800"/>
              </a:spcAft>
            </a:pPr>
            <a:endParaRPr/>
          </a:p>
          <a:p>
            <a:pPr>
              <a:spcBef>
                <a:spcPts val="400"/>
              </a:spcBef>
              <a:spcAft>
                <a:spcPts val="400"/>
              </a:spcAft>
              <a:defRPr sz="2000"/>
            </a:pPr>
            <a:r>
              <a:t>• Screen readers describing images</a:t>
            </a:r>
          </a:p>
          <a:p>
            <a:pPr>
              <a:spcBef>
                <a:spcPts val="400"/>
              </a:spcBef>
              <a:spcAft>
                <a:spcPts val="400"/>
              </a:spcAft>
              <a:defRPr sz="2000"/>
            </a:pPr>
            <a:r>
              <a:t>• Auto-generate alt-text for websites</a:t>
            </a:r>
          </a:p>
          <a:p>
            <a:pPr>
              <a:spcBef>
                <a:spcPts val="400"/>
              </a:spcBef>
              <a:spcAft>
                <a:spcPts val="400"/>
              </a:spcAft>
              <a:defRPr sz="2000"/>
            </a:pPr>
            <a:r>
              <a:t>• Make content accessible to everyone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Use Cases: Business</a:t>
            </a:r>
          </a:p>
        </p:txBody>
      </p:sp>
      <p:sp>
        <p:nvSpPr>
          <p:cNvPr id="3" name="Text Placeholder 2"/>
          <p:cNvSpPr>
            <a:spLocks noGrp="1"/>
          </p:cNvSpPr>
          <p:nvPr>
            <p:ph type="body" sz="quarter" idx="10"/>
          </p:nvPr>
        </p:nvSpPr>
        <p:spPr/>
        <p:txBody>
          <a:bodyPr/>
          <a:lstStyle/>
          <a:p>
            <a:pPr>
              <a:spcBef>
                <a:spcPts val="1200"/>
              </a:spcBef>
              <a:spcAft>
                <a:spcPts val="400"/>
              </a:spcAft>
              <a:defRPr sz="2200" b="1"/>
            </a:pPr>
            <a:r>
              <a:t>Retail &amp; E-commerce:</a:t>
            </a:r>
          </a:p>
          <a:p>
            <a:pPr>
              <a:spcBef>
                <a:spcPts val="400"/>
              </a:spcBef>
              <a:spcAft>
                <a:spcPts val="400"/>
              </a:spcAft>
              <a:defRPr sz="2000"/>
            </a:pPr>
            <a:r>
              <a:t>• Product image tagging</a:t>
            </a:r>
          </a:p>
          <a:p>
            <a:pPr>
              <a:spcBef>
                <a:spcPts val="400"/>
              </a:spcBef>
              <a:spcAft>
                <a:spcPts val="400"/>
              </a:spcAft>
              <a:defRPr sz="2000"/>
            </a:pPr>
            <a:r>
              <a:t>• Visual search</a:t>
            </a:r>
          </a:p>
          <a:p>
            <a:pPr>
              <a:spcAft>
                <a:spcPts val="800"/>
              </a:spcAft>
            </a:pPr>
            <a:endParaRPr/>
          </a:p>
          <a:p>
            <a:pPr>
              <a:spcBef>
                <a:spcPts val="1200"/>
              </a:spcBef>
              <a:spcAft>
                <a:spcPts val="400"/>
              </a:spcAft>
              <a:defRPr sz="2200" b="1"/>
            </a:pPr>
            <a:r>
              <a:t>Document Processing:</a:t>
            </a:r>
          </a:p>
          <a:p>
            <a:pPr>
              <a:spcBef>
                <a:spcPts val="400"/>
              </a:spcBef>
              <a:spcAft>
                <a:spcPts val="400"/>
              </a:spcAft>
              <a:defRPr sz="2000"/>
            </a:pPr>
            <a:r>
              <a:t>• Digitize paper documents</a:t>
            </a:r>
          </a:p>
          <a:p>
            <a:pPr>
              <a:spcBef>
                <a:spcPts val="400"/>
              </a:spcBef>
              <a:spcAft>
                <a:spcPts val="400"/>
              </a:spcAft>
              <a:defRPr sz="2000"/>
            </a:pPr>
            <a:r>
              <a:t>• Extract data from receipts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We'll Build</a:t>
            </a:r>
          </a:p>
        </p:txBody>
      </p:sp>
      <p:sp>
        <p:nvSpPr>
          <p:cNvPr id="3" name="Text Placeholder 2"/>
          <p:cNvSpPr>
            <a:spLocks noGrp="1"/>
          </p:cNvSpPr>
          <p:nvPr>
            <p:ph type="body" sz="quarter" idx="10"/>
          </p:nvPr>
        </p:nvSpPr>
        <p:spPr/>
        <p:txBody>
          <a:bodyPr/>
          <a:lstStyle/>
          <a:p>
            <a:pPr>
              <a:spcBef>
                <a:spcPts val="1200"/>
              </a:spcBef>
              <a:spcAft>
                <a:spcPts val="400"/>
              </a:spcAft>
              <a:defRPr sz="2200" b="1"/>
            </a:pPr>
            <a:r>
              <a:t>A Streamlit web app:</a:t>
            </a:r>
          </a:p>
          <a:p>
            <a:pPr>
              <a:spcAft>
                <a:spcPts val="800"/>
              </a:spcAft>
            </a:pPr>
            <a:endParaRPr/>
          </a:p>
          <a:p>
            <a:pPr>
              <a:spcBef>
                <a:spcPts val="400"/>
              </a:spcBef>
              <a:spcAft>
                <a:spcPts val="400"/>
              </a:spcAft>
              <a:defRPr sz="2000"/>
            </a:pPr>
            <a:r>
              <a:t>1. Upload image or paste URL</a:t>
            </a:r>
          </a:p>
          <a:p>
            <a:pPr>
              <a:spcBef>
                <a:spcPts val="400"/>
              </a:spcBef>
              <a:spcAft>
                <a:spcPts val="400"/>
              </a:spcAft>
              <a:defRPr sz="2000"/>
            </a:pPr>
            <a:r>
              <a:t>2. Send to Azure AI Vision API</a:t>
            </a:r>
          </a:p>
          <a:p>
            <a:pPr>
              <a:spcBef>
                <a:spcPts val="1200"/>
              </a:spcBef>
              <a:spcAft>
                <a:spcPts val="400"/>
              </a:spcAft>
              <a:defRPr sz="2200" b="1"/>
            </a:pPr>
            <a:r>
              <a:t>3. Display results:</a:t>
            </a:r>
          </a:p>
          <a:p>
            <a:pPr>
              <a:spcBef>
                <a:spcPts val="400"/>
              </a:spcBef>
              <a:spcAft>
                <a:spcPts val="400"/>
              </a:spcAft>
              <a:defRPr sz="2000"/>
            </a:pPr>
            <a:r>
              <a:t>• Caption</a:t>
            </a:r>
          </a:p>
          <a:p>
            <a:pPr>
              <a:spcBef>
                <a:spcPts val="400"/>
              </a:spcBef>
              <a:spcAft>
                <a:spcPts val="400"/>
              </a:spcAft>
              <a:defRPr sz="2000"/>
            </a:pPr>
            <a:r>
              <a:t>• Objects detected</a:t>
            </a:r>
          </a:p>
          <a:p>
            <a:pPr>
              <a:spcBef>
                <a:spcPts val="400"/>
              </a:spcBef>
              <a:spcAft>
                <a:spcPts val="400"/>
              </a:spcAft>
              <a:defRPr sz="2000"/>
            </a:pPr>
            <a:r>
              <a:t>• Extracted text (OCR)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Tech Stack</a:t>
            </a:r>
          </a:p>
        </p:txBody>
      </p:sp>
      <p:sp>
        <p:nvSpPr>
          <p:cNvPr id="3" name="Text Placeholder 2"/>
          <p:cNvSpPr>
            <a:spLocks noGrp="1"/>
          </p:cNvSpPr>
          <p:nvPr>
            <p:ph type="body" sz="quarter" idx="10"/>
          </p:nvPr>
        </p:nvSpPr>
        <p:spPr/>
        <p:txBody>
          <a:bodyPr/>
          <a:lstStyle/>
          <a:p>
            <a:pPr>
              <a:spcBef>
                <a:spcPts val="1200"/>
              </a:spcBef>
              <a:spcAft>
                <a:spcPts val="400"/>
              </a:spcAft>
              <a:defRPr sz="2200" b="1"/>
            </a:pPr>
            <a:r>
              <a:t>Simple &amp; Powerful:</a:t>
            </a:r>
          </a:p>
          <a:p>
            <a:pPr>
              <a:spcAft>
                <a:spcPts val="800"/>
              </a:spcAft>
            </a:pPr>
            <a:endParaRPr/>
          </a:p>
          <a:p>
            <a:pPr>
              <a:spcBef>
                <a:spcPts val="400"/>
              </a:spcBef>
              <a:spcAft>
                <a:spcPts val="400"/>
              </a:spcAft>
              <a:defRPr sz="2000"/>
            </a:pPr>
            <a:r>
              <a:t>• Python 3.10+</a:t>
            </a:r>
          </a:p>
          <a:p>
            <a:pPr>
              <a:spcBef>
                <a:spcPts val="400"/>
              </a:spcBef>
              <a:spcAft>
                <a:spcPts val="400"/>
              </a:spcAft>
              <a:defRPr sz="2000"/>
            </a:pPr>
            <a:r>
              <a:t>• Streamlit (Web UI)</a:t>
            </a:r>
          </a:p>
          <a:p>
            <a:pPr>
              <a:spcBef>
                <a:spcPts val="400"/>
              </a:spcBef>
              <a:spcAft>
                <a:spcPts val="400"/>
              </a:spcAft>
              <a:defRPr sz="2000"/>
            </a:pPr>
            <a:r>
              <a:t>• Azure AI Vision REST API</a:t>
            </a:r>
          </a:p>
          <a:p>
            <a:pPr>
              <a:spcBef>
                <a:spcPts val="400"/>
              </a:spcBef>
              <a:spcAft>
                <a:spcPts val="400"/>
              </a:spcAft>
              <a:defRPr sz="2000"/>
            </a:pPr>
            <a:r>
              <a:t>• About 50 lines of code!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Demo Time!</a:t>
            </a:r>
          </a:p>
        </p:txBody>
      </p:sp>
      <p:sp>
        <p:nvSpPr>
          <p:cNvPr id="3" name="Text Placeholder 2"/>
          <p:cNvSpPr>
            <a:spLocks noGrp="1"/>
          </p:cNvSpPr>
          <p:nvPr>
            <p:ph type="body" sz="quarter" idx="12"/>
          </p:nvPr>
        </p:nvSpPr>
        <p:spPr/>
        <p:txBody>
          <a:bodyPr/>
          <a:lstStyle/>
          <a:p>
            <a:pPr>
              <a:defRPr sz="2800"/>
            </a:pPr>
            <a:r>
              <a:t>Let's build it live!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Resources</a:t>
            </a:r>
          </a:p>
        </p:txBody>
      </p:sp>
      <p:sp>
        <p:nvSpPr>
          <p:cNvPr id="3" name="Text Placeholder 2"/>
          <p:cNvSpPr>
            <a:spLocks noGrp="1"/>
          </p:cNvSpPr>
          <p:nvPr>
            <p:ph type="body" sz="quarter" idx="10"/>
          </p:nvPr>
        </p:nvSpPr>
        <p:spPr/>
        <p:txBody>
          <a:bodyPr/>
          <a:lstStyle/>
          <a:p>
            <a:pPr>
              <a:spcBef>
                <a:spcPts val="1200"/>
              </a:spcBef>
              <a:spcAft>
                <a:spcPts val="400"/>
              </a:spcAft>
              <a:defRPr sz="2200" b="1"/>
            </a:pPr>
            <a:r>
              <a:t>Documentation:</a:t>
            </a:r>
          </a:p>
          <a:p>
            <a:pPr>
              <a:spcBef>
                <a:spcPts val="400"/>
              </a:spcBef>
              <a:spcAft>
                <a:spcPts val="400"/>
              </a:spcAft>
              <a:defRPr sz="2000"/>
            </a:pPr>
            <a:r>
              <a:t>• learn.microsoft.com/azure/ai-services/computer-vision/</a:t>
            </a:r>
          </a:p>
          <a:p>
            <a:pPr>
              <a:spcAft>
                <a:spcPts val="800"/>
              </a:spcAft>
            </a:pPr>
            <a:endParaRPr/>
          </a:p>
          <a:p>
            <a:pPr>
              <a:spcBef>
                <a:spcPts val="1200"/>
              </a:spcBef>
              <a:spcAft>
                <a:spcPts val="400"/>
              </a:spcAft>
              <a:defRPr sz="2200" b="1"/>
            </a:pPr>
            <a:r>
              <a:t>Microsoft Learn Path:</a:t>
            </a:r>
          </a:p>
          <a:p>
            <a:pPr>
              <a:spcBef>
                <a:spcPts val="400"/>
              </a:spcBef>
              <a:spcAft>
                <a:spcPts val="400"/>
              </a:spcAft>
              <a:defRPr sz="2000"/>
            </a:pPr>
            <a:r>
              <a:t>• Azure AI Vision learning path</a:t>
            </a:r>
          </a:p>
          <a:p>
            <a:pPr>
              <a:spcAft>
                <a:spcPts val="800"/>
              </a:spcAft>
            </a:pPr>
            <a:endParaRPr/>
          </a:p>
          <a:p>
            <a:pPr>
              <a:spcBef>
                <a:spcPts val="1200"/>
              </a:spcBef>
              <a:spcAft>
                <a:spcPts val="400"/>
              </a:spcAft>
              <a:defRPr sz="2200" b="1"/>
            </a:pPr>
            <a:r>
              <a:t>Code from Today:</a:t>
            </a:r>
          </a:p>
          <a:p>
            <a:pPr>
              <a:spcBef>
                <a:spcPts val="400"/>
              </a:spcBef>
              <a:spcAft>
                <a:spcPts val="400"/>
              </a:spcAft>
              <a:defRPr sz="2000"/>
            </a:pPr>
            <a:r>
              <a:t>• github.com/jainal09/azure-ai-vision-workshop</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Certifications</a:t>
            </a:r>
          </a:p>
        </p:txBody>
      </p:sp>
      <p:sp>
        <p:nvSpPr>
          <p:cNvPr id="3" name="Text Placeholder 2"/>
          <p:cNvSpPr>
            <a:spLocks noGrp="1"/>
          </p:cNvSpPr>
          <p:nvPr>
            <p:ph type="body" sz="quarter" idx="10"/>
          </p:nvPr>
        </p:nvSpPr>
        <p:spPr/>
        <p:txBody>
          <a:bodyPr/>
          <a:lstStyle/>
          <a:p>
            <a:pPr>
              <a:spcBef>
                <a:spcPts val="1200"/>
              </a:spcBef>
              <a:spcAft>
                <a:spcPts val="400"/>
              </a:spcAft>
              <a:defRPr sz="2200" b="1"/>
            </a:pPr>
            <a:r>
              <a:t>Continue your journey:</a:t>
            </a:r>
          </a:p>
          <a:p>
            <a:pPr>
              <a:spcAft>
                <a:spcPts val="800"/>
              </a:spcAft>
            </a:pPr>
            <a:endParaRPr/>
          </a:p>
          <a:p>
            <a:pPr>
              <a:spcBef>
                <a:spcPts val="400"/>
              </a:spcBef>
              <a:spcAft>
                <a:spcPts val="400"/>
              </a:spcAft>
              <a:defRPr sz="2000"/>
            </a:pPr>
            <a:r>
              <a:t>• AI-900: Azure AI Fundamentals</a:t>
            </a:r>
          </a:p>
          <a:p>
            <a:pPr>
              <a:spcBef>
                <a:spcPts val="400"/>
              </a:spcBef>
              <a:spcAft>
                <a:spcPts val="400"/>
              </a:spcAft>
              <a:defRPr sz="2000"/>
            </a:pPr>
            <a:r>
              <a:t>• AI-102: Azure AI Engineer Associate</a:t>
            </a:r>
          </a:p>
          <a:p>
            <a:pPr>
              <a:spcAft>
                <a:spcPts val="800"/>
              </a:spcAft>
            </a:pPr>
            <a:endParaRPr/>
          </a:p>
          <a:p>
            <a:pPr>
              <a:spcBef>
                <a:spcPts val="400"/>
              </a:spcBef>
              <a:spcAft>
                <a:spcPts val="400"/>
              </a:spcAft>
              <a:defRPr sz="2000"/>
            </a:pPr>
            <a:r>
              <a:t>Free learning resources on Microsoft Learn!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Q&amp;A</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Connect With Me</a:t>
            </a:r>
          </a:p>
        </p:txBody>
      </p:sp>
      <p:sp>
        <p:nvSpPr>
          <p:cNvPr id="3" name="Text Placeholder 2"/>
          <p:cNvSpPr>
            <a:spLocks noGrp="1"/>
          </p:cNvSpPr>
          <p:nvPr>
            <p:ph type="body" sz="quarter" idx="10"/>
          </p:nvPr>
        </p:nvSpPr>
        <p:spPr/>
        <p:txBody>
          <a:bodyPr/>
          <a:lstStyle/>
          <a:p>
            <a:pPr>
              <a:spcBef>
                <a:spcPts val="400"/>
              </a:spcBef>
              <a:spcAft>
                <a:spcPts val="400"/>
              </a:spcAft>
              <a:defRPr sz="2000"/>
            </a:pPr>
            <a:r>
              <a:t>Jainal Gosaliya</a:t>
            </a:r>
          </a:p>
          <a:p>
            <a:pPr>
              <a:spcAft>
                <a:spcPts val="800"/>
              </a:spcAft>
            </a:pPr>
            <a:endParaRPr/>
          </a:p>
          <a:p>
            <a:pPr>
              <a:spcBef>
                <a:spcPts val="1200"/>
              </a:spcBef>
              <a:spcAft>
                <a:spcPts val="400"/>
              </a:spcAft>
              <a:defRPr sz="2200" b="1"/>
            </a:pPr>
            <a:r>
              <a:t>LinkedIn:</a:t>
            </a:r>
          </a:p>
          <a:p>
            <a:pPr>
              <a:spcBef>
                <a:spcPts val="400"/>
              </a:spcBef>
              <a:spcAft>
                <a:spcPts val="400"/>
              </a:spcAft>
              <a:defRPr sz="2000"/>
            </a:pPr>
            <a:r>
              <a:t>• linkedin.com/in/jainal-gosaliya</a:t>
            </a:r>
          </a:p>
          <a:p>
            <a:pPr>
              <a:spcAft>
                <a:spcPts val="800"/>
              </a:spcAft>
            </a:pPr>
            <a:endParaRPr/>
          </a:p>
          <a:p>
            <a:pPr>
              <a:spcBef>
                <a:spcPts val="1200"/>
              </a:spcBef>
              <a:spcAft>
                <a:spcPts val="400"/>
              </a:spcAft>
              <a:defRPr sz="2200" b="1"/>
            </a:pPr>
            <a:r>
              <a:t>GitHub:</a:t>
            </a:r>
          </a:p>
          <a:p>
            <a:pPr>
              <a:spcBef>
                <a:spcPts val="400"/>
              </a:spcBef>
              <a:spcAft>
                <a:spcPts val="400"/>
              </a:spcAft>
              <a:defRPr sz="2000"/>
            </a:pPr>
            <a:r>
              <a:t>• github.com/jainal09</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Thank You!</a:t>
            </a:r>
          </a:p>
        </p:txBody>
      </p:sp>
    </p:spTree>
  </p:cSld>
  <p:clrMapOvr>
    <a:masterClrMapping/>
  </p:clrMapOvr>
</p:sld>
</file>

<file path=ppt/theme/theme1.xml><?xml version="1.0" encoding="utf-8"?>
<a:theme xmlns:a="http://schemas.openxmlformats.org/drawingml/2006/main" name="WHITE TEMPLATE">
  <a:themeElements>
    <a:clrScheme name="Student Ambassador_2021">
      <a:dk1>
        <a:srgbClr val="000000"/>
      </a:dk1>
      <a:lt1>
        <a:srgbClr val="FFFFFF"/>
      </a:lt1>
      <a:dk2>
        <a:srgbClr val="2F2F2F"/>
      </a:dk2>
      <a:lt2>
        <a:srgbClr val="E6E6E6"/>
      </a:lt2>
      <a:accent1>
        <a:srgbClr val="0078D4"/>
      </a:accent1>
      <a:accent2>
        <a:srgbClr val="5C2D91"/>
      </a:accent2>
      <a:accent3>
        <a:srgbClr val="50E6FF"/>
      </a:accent3>
      <a:accent4>
        <a:srgbClr val="D59DFF"/>
      </a:accent4>
      <a:accent5>
        <a:srgbClr val="2F2F2F"/>
      </a:accent5>
      <a:accent6>
        <a:srgbClr val="E6E6E6"/>
      </a:accent6>
      <a:hlink>
        <a:srgbClr val="0078D4"/>
      </a:hlink>
      <a:folHlink>
        <a:srgbClr val="0078D4"/>
      </a:folHlink>
    </a:clrScheme>
    <a:fontScheme name="Segoe UI Semibold - Segoe UI">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2" id="{060840F4-8442-4154-AE03-05700860E1B6}" vid="{2CA35654-AA95-4EAF-8C1E-008A884F020F}"/>
    </a:ext>
  </a:extLst>
</a:theme>
</file>

<file path=ppt/theme/theme2.xml><?xml version="1.0" encoding="utf-8"?>
<a:theme xmlns:a="http://schemas.openxmlformats.org/drawingml/2006/main" name="SOFT BLACK TEMPLATE">
  <a:themeElements>
    <a:clrScheme name="Student Ambassador_2021">
      <a:dk1>
        <a:srgbClr val="000000"/>
      </a:dk1>
      <a:lt1>
        <a:srgbClr val="FFFFFF"/>
      </a:lt1>
      <a:dk2>
        <a:srgbClr val="2F2F2F"/>
      </a:dk2>
      <a:lt2>
        <a:srgbClr val="E6E6E6"/>
      </a:lt2>
      <a:accent1>
        <a:srgbClr val="0078D4"/>
      </a:accent1>
      <a:accent2>
        <a:srgbClr val="5C2D91"/>
      </a:accent2>
      <a:accent3>
        <a:srgbClr val="50E6FF"/>
      </a:accent3>
      <a:accent4>
        <a:srgbClr val="D59DFF"/>
      </a:accent4>
      <a:accent5>
        <a:srgbClr val="2F2F2F"/>
      </a:accent5>
      <a:accent6>
        <a:srgbClr val="E6E6E6"/>
      </a:accent6>
      <a:hlink>
        <a:srgbClr val="0078D4"/>
      </a:hlink>
      <a:folHlink>
        <a:srgbClr val="0078D4"/>
      </a:folHlink>
    </a:clrScheme>
    <a:fontScheme name="Segoe UI Semibold - Segoe UI">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2" id="{060840F4-8442-4154-AE03-05700860E1B6}" vid="{5909D274-6178-43D8-BFA6-D91DA2D00060}"/>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B4391967ADFE8469D6C015465AD315E" ma:contentTypeVersion="15" ma:contentTypeDescription="Create a new document." ma:contentTypeScope="" ma:versionID="76fd0cb1433b6b795f79a99bcf638f94">
  <xsd:schema xmlns:xsd="http://www.w3.org/2001/XMLSchema" xmlns:xs="http://www.w3.org/2001/XMLSchema" xmlns:p="http://schemas.microsoft.com/office/2006/metadata/properties" xmlns:ns2="b38ad2e8-7385-42ac-a943-76e9ea801cf0" xmlns:ns3="211ea7d1-7d09-49a0-8c96-644562ad20a0" targetNamespace="http://schemas.microsoft.com/office/2006/metadata/properties" ma:root="true" ma:fieldsID="cc1a838bf31f1e772520fd3ce2d1ad1f" ns2:_="" ns3:_="">
    <xsd:import namespace="b38ad2e8-7385-42ac-a943-76e9ea801cf0"/>
    <xsd:import namespace="211ea7d1-7d09-49a0-8c96-644562ad20a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3:SharedWithUsers" minOccurs="0"/>
                <xsd:element ref="ns3:SharedWithDetails" minOccurs="0"/>
                <xsd:element ref="ns2:MediaServiceObjectDetectorVersions" minOccurs="0"/>
                <xsd:element ref="ns2:MediaServiceGenerationTime" minOccurs="0"/>
                <xsd:element ref="ns2:MediaServiceEventHashCode" minOccurs="0"/>
                <xsd:element ref="ns2:MediaServiceSearchProperties" minOccurs="0"/>
                <xsd:element ref="ns2:MediaServiceBillingMetadata" minOccurs="0"/>
                <xsd:element ref="ns2:lcf76f155ced4ddcb4097134ff3c332f" minOccurs="0"/>
                <xsd:element ref="ns3:TaxCatchAll" minOccurs="0"/>
                <xsd:element ref="ns2: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38ad2e8-7385-42ac-a943-76e9ea801cf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SearchProperties" ma:index="17" nillable="true" ma:displayName="MediaServiceSearchProperties" ma:hidden="true" ma:internalName="MediaServiceSearchProperties" ma:readOnly="true">
      <xsd:simpleType>
        <xsd:restriction base="dms:Note"/>
      </xsd:simpleType>
    </xsd:element>
    <xsd:element name="MediaServiceBillingMetadata" ma:index="18" nillable="true" ma:displayName="MediaServiceBillingMetadata" ma:hidden="true" ma:internalName="MediaServiceBillingMetadata" ma:readOnly="true">
      <xsd:simpleType>
        <xsd:restriction base="dms:Note"/>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1472b233-b75e-480f-895d-2146ed98f06a" ma:termSetId="09814cd3-568e-fe90-9814-8d621ff8fb84" ma:anchorId="fba54fb3-c3e1-fe81-a776-ca4b69148c4d" ma:open="true" ma:isKeyword="false">
      <xsd:complexType>
        <xsd:sequence>
          <xsd:element ref="pc:Terms" minOccurs="0" maxOccurs="1"/>
        </xsd:sequence>
      </xsd:complexType>
    </xsd:element>
    <xsd:element name="MediaServiceOCR" ma:index="22"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11ea7d1-7d09-49a0-8c96-644562ad20a0"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1" nillable="true" ma:displayName="Taxonomy Catch All Column" ma:hidden="true" ma:list="{6cd28537-066f-45e0-9d5d-92c5d9db2510}" ma:internalName="TaxCatchAll" ma:showField="CatchAllData" ma:web="211ea7d1-7d09-49a0-8c96-644562ad20a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haredWithUsers xmlns="211ea7d1-7d09-49a0-8c96-644562ad20a0">
      <UserInfo>
        <DisplayName>Steve Crawford (Collabera)</DisplayName>
        <AccountId>772</AccountId>
        <AccountType/>
      </UserInfo>
    </SharedWithUsers>
    <lcf76f155ced4ddcb4097134ff3c332f xmlns="b38ad2e8-7385-42ac-a943-76e9ea801cf0">
      <Terms xmlns="http://schemas.microsoft.com/office/infopath/2007/PartnerControls"/>
    </lcf76f155ced4ddcb4097134ff3c332f>
    <TaxCatchAll xmlns="211ea7d1-7d09-49a0-8c96-644562ad20a0" xsi:nil="true"/>
    <MediaLengthInSeconds xmlns="b38ad2e8-7385-42ac-a943-76e9ea801cf0"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D94F210-A894-4561-8C89-A2786083C100}">
  <ds:schemaRefs>
    <ds:schemaRef ds:uri="211ea7d1-7d09-49a0-8c96-644562ad20a0"/>
    <ds:schemaRef ds:uri="b38ad2e8-7385-42ac-a943-76e9ea801cf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F990F116-B58F-4255-B05B-DA3808E0E5C6}">
  <ds:schemaRefs>
    <ds:schemaRef ds:uri="211ea7d1-7d09-49a0-8c96-644562ad20a0"/>
    <ds:schemaRef ds:uri="b38ad2e8-7385-42ac-a943-76e9ea801cf0"/>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758FDAC0-319D-4A54-8D8E-1D42CB1F8004}">
  <ds:schemaRefs>
    <ds:schemaRef ds:uri="http://schemas.microsoft.com/sharepoint/v3/contenttype/forms"/>
  </ds:schemaRefs>
</ds:datastoreItem>
</file>

<file path=docMetadata/LabelInfo.xml><?xml version="1.0" encoding="utf-8"?>
<clbl:labelList xmlns:clbl="http://schemas.microsoft.com/office/2020/mipLabelMetadata">
  <clbl:label id="{1a19d03a-48bc-4359-8038-5b5f6d5847c3}"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WHITE TEMPLATE</Template>
  <TotalTime>79</TotalTime>
  <Words>379</Words>
  <Application>Microsoft Macintosh PowerPoint</Application>
  <PresentationFormat>Widescreen</PresentationFormat>
  <Paragraphs>100</Paragraphs>
  <Slides>17</Slides>
  <Notes>0</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17</vt:i4>
      </vt:variant>
    </vt:vector>
  </HeadingPairs>
  <TitlesOfParts>
    <vt:vector size="26" baseType="lpstr">
      <vt:lpstr>Arial</vt:lpstr>
      <vt:lpstr>Consolas</vt:lpstr>
      <vt:lpstr>Segoe UI</vt:lpstr>
      <vt:lpstr>Segoe UI Light</vt:lpstr>
      <vt:lpstr>Segoe UI Semibold</vt:lpstr>
      <vt:lpstr>Segoe UI Semilight</vt:lpstr>
      <vt:lpstr>Wingdings</vt:lpstr>
      <vt:lpstr>WHITE TEMPLATE</vt:lpstr>
      <vt:lpstr>SOFT BLACK TEMPLATE</vt:lpstr>
      <vt:lpstr>PowerPoint Presentation</vt:lpstr>
      <vt:lpstr>Build an AI-Powered Image Analyzer</vt:lpstr>
      <vt:lpstr>About Me</vt:lpstr>
      <vt:lpstr>Agenda</vt:lpstr>
      <vt:lpstr>What is Azure AI Vision?</vt:lpstr>
      <vt:lpstr>Pricing</vt:lpstr>
      <vt:lpstr>Key Features</vt:lpstr>
      <vt:lpstr>Use Cases: Accessibility</vt:lpstr>
      <vt:lpstr>Use Cases: Business</vt:lpstr>
      <vt:lpstr>What We'll Build</vt:lpstr>
      <vt:lpstr>Tech Stack</vt:lpstr>
      <vt:lpstr>Demo Time!</vt:lpstr>
      <vt:lpstr>Resources</vt:lpstr>
      <vt:lpstr>Certifications</vt:lpstr>
      <vt:lpstr>Q&amp;A</vt:lpstr>
      <vt:lpstr>Connect With Me</vt:lpstr>
      <vt:lpstr>Thank You!</vt:lpstr>
    </vt:vector>
  </TitlesOfParts>
  <Manager>&lt;Comms manager name here&gt;</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Event name or  presentation title</dc:title>
  <dc:subject>MSP Program</dc:subject>
  <dc:creator>"Heidi Laverty" &lt;heidi@mindseyepdx.com&gt;</dc:creator>
  <cp:keywords/>
  <dc:description/>
  <cp:lastModifiedBy>Jainal Gosaliya</cp:lastModifiedBy>
  <cp:revision>4</cp:revision>
  <dcterms:created xsi:type="dcterms:W3CDTF">2019-03-28T18:40:02Z</dcterms:created>
  <dcterms:modified xsi:type="dcterms:W3CDTF">2025-12-29T07:19:40Z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0x0101000B4391967ADFE8469D6C015465AD315E</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Ref">
    <vt:lpwstr>https://api.informationprotection.azure.com/api/72f988bf-86f1-41af-91ab-2d7cd011db47</vt:lpwstr>
  </property>
  <property fmtid="{D5CDD505-2E9C-101B-9397-08002B2CF9AE}" pid="14" name="MSIP_Label_f42aa342-8706-4288-bd11-ebb85995028c_Owner">
    <vt:lpwstr>maryfj@microsoft.com</vt:lpwstr>
  </property>
  <property fmtid="{D5CDD505-2E9C-101B-9397-08002B2CF9AE}" pid="15" name="MSIP_Label_f42aa342-8706-4288-bd11-ebb85995028c_SetDate">
    <vt:lpwstr>2017-08-29T14:27:20.8568347-07:00</vt:lpwstr>
  </property>
  <property fmtid="{D5CDD505-2E9C-101B-9397-08002B2CF9AE}" pid="16" name="MSIP_Label_f42aa342-8706-4288-bd11-ebb85995028c_Name">
    <vt:lpwstr>General</vt:lpwstr>
  </property>
  <property fmtid="{D5CDD505-2E9C-101B-9397-08002B2CF9AE}" pid="17" name="MSIP_Label_f42aa342-8706-4288-bd11-ebb85995028c_Application">
    <vt:lpwstr>Microsoft Azure Information Protection</vt:lpwstr>
  </property>
  <property fmtid="{D5CDD505-2E9C-101B-9397-08002B2CF9AE}" pid="18" name="MSIP_Label_f42aa342-8706-4288-bd11-ebb85995028c_Extended_MSFT_Method">
    <vt:lpwstr>Automatic</vt:lpwstr>
  </property>
  <property fmtid="{D5CDD505-2E9C-101B-9397-08002B2CF9AE}" pid="19" name="Sensitivity">
    <vt:lpwstr>General</vt:lpwstr>
  </property>
  <property fmtid="{D5CDD505-2E9C-101B-9397-08002B2CF9AE}" pid="20" name="MediaServiceImageTags">
    <vt:lpwstr/>
  </property>
  <property fmtid="{D5CDD505-2E9C-101B-9397-08002B2CF9AE}" pid="21" name="Order">
    <vt:r8>728100</vt:r8>
  </property>
  <property fmtid="{D5CDD505-2E9C-101B-9397-08002B2CF9AE}" pid="22" name="xd_ProgID">
    <vt:lpwstr/>
  </property>
  <property fmtid="{D5CDD505-2E9C-101B-9397-08002B2CF9AE}" pid="23" name="ComplianceAssetId">
    <vt:lpwstr/>
  </property>
  <property fmtid="{D5CDD505-2E9C-101B-9397-08002B2CF9AE}" pid="24" name="TemplateUrl">
    <vt:lpwstr/>
  </property>
  <property fmtid="{D5CDD505-2E9C-101B-9397-08002B2CF9AE}" pid="25" name="_ExtendedDescription">
    <vt:lpwstr/>
  </property>
  <property fmtid="{D5CDD505-2E9C-101B-9397-08002B2CF9AE}" pid="26" name="TriggerFlowInfo">
    <vt:lpwstr/>
  </property>
  <property fmtid="{D5CDD505-2E9C-101B-9397-08002B2CF9AE}" pid="27" name="xd_Signature">
    <vt:bool>false</vt:bool>
  </property>
</Properties>
</file>