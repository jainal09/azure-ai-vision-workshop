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29" r:id="rId4"/>
    <p:sldMasterId id="2147484642" r:id="rId5"/>
  </p:sldMasterIdLst>
  <p:notesMasterIdLst>
    <p:notesMasterId r:id="rId24"/>
  </p:notesMasterIdLst>
  <p:handoutMasterIdLst>
    <p:handoutMasterId r:id="rId25"/>
  </p:handoutMasterIdLst>
  <p:sldIdLst>
    <p:sldId id="1862" r:id="rId6"/>
    <p:sldId id="1863" r:id="rId15"/>
    <p:sldId id="1864" r:id="rId16"/>
    <p:sldId id="1865" r:id="rId17"/>
    <p:sldId id="1866" r:id="rId18"/>
    <p:sldId id="1867" r:id="rId19"/>
    <p:sldId id="1868" r:id="rId20"/>
    <p:sldId id="1869" r:id="rId21"/>
    <p:sldId id="1870" r:id="rId22"/>
    <p:sldId id="1871" r:id="rId23"/>
    <p:sldId id="1872" r:id="rId14"/>
    <p:sldId id="1873" r:id="rId13"/>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A073DAE3-B461-442F-A3D3-6642BD875E45}">
          <p14:sldIdLst/>
        </p14:section>
        <p14:section name="Dark template" id="{888AB95E-1B7E-4E95-8F39-C5D0E8372BC2}">
          <p14:sldIdLst>
            <p14:sldId id="1862"/>
            <p14:sldId id="1860"/>
            <p14:sldId id="1865"/>
            <p14:sldId id="1868"/>
            <p14:sldId id="1825"/>
            <p14:sldId id="1826"/>
            <p14:sldId id="1869"/>
            <p14:sldId id="1827"/>
            <p14:sldId id="1828"/>
            <p14:sldId id="1829"/>
            <p14:sldId id="1861"/>
            <p14:sldId id="1842"/>
            <p14:sldId id="1854"/>
            <p14:sldId id="1855"/>
            <p14:sldId id="1856"/>
            <p14:sldId id="1838"/>
            <p14:sldId id="1839"/>
            <p14:sldId id="1532"/>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9DFF"/>
    <a:srgbClr val="E6E6E6"/>
    <a:srgbClr val="2F2F2F"/>
    <a:srgbClr val="F2F2F2"/>
    <a:srgbClr val="D2D2D2"/>
    <a:srgbClr val="5C2D91"/>
    <a:srgbClr val="00BCF2"/>
    <a:srgbClr val="0078D4"/>
    <a:srgbClr val="037BDA"/>
    <a:srgbClr val="1A1A1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2E7436-30B0-4F51-868D-F529237ECD5B}" v="1" dt="2025-10-13T15:12:36.7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104"/>
    <p:restoredTop sz="94701"/>
  </p:normalViewPr>
  <p:slideViewPr>
    <p:cSldViewPr snapToGrid="0">
      <p:cViewPr varScale="1">
        <p:scale>
          <a:sx n="62" d="100"/>
          <a:sy n="62" d="100"/>
        </p:scale>
        <p:origin x="176" y="228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13" Type="http://schemas.openxmlformats.org/officeDocument/2006/relationships/slide" Target="slides/slide12.xml"/><Relationship Id="rId14" Type="http://schemas.openxmlformats.org/officeDocument/2006/relationships/slide" Target="slides/slide1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notesMaster" Target="notesMasters/notesMaster1.xml"/><Relationship Id="rId25" Type="http://schemas.openxmlformats.org/officeDocument/2006/relationships/handoutMaster" Target="handoutMasters/handoutMaster1.xml"/><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12/28/25 1:58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12/28/25 1:58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Light"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8877C49-379C-4530-89DA-E5FB27C7DDFE}"/>
              </a:ext>
            </a:extLst>
          </p:cNvPr>
          <p:cNvPicPr>
            <a:picLocks noChangeAspect="1"/>
          </p:cNvPicPr>
          <p:nvPr userDrawn="1"/>
        </p:nvPicPr>
        <p:blipFill rotWithShape="1">
          <a:blip r:embed="rId2"/>
          <a:srcRect/>
          <a:stretch/>
        </p:blipFill>
        <p:spPr>
          <a:xfrm>
            <a:off x="0" y="0"/>
            <a:ext cx="12192000" cy="6858000"/>
          </a:xfrm>
          <a:prstGeom prst="rect">
            <a:avLst/>
          </a:prstGeom>
        </p:spPr>
      </p:pic>
    </p:spTree>
    <p:extLst>
      <p:ext uri="{BB962C8B-B14F-4D97-AF65-F5344CB8AC3E}">
        <p14:creationId xmlns:p14="http://schemas.microsoft.com/office/powerpoint/2010/main" val="3091831642"/>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guide id="4" orient="horz" pos="2160" userDrawn="1">
          <p15:clr>
            <a:srgbClr val="FBAE40"/>
          </p15:clr>
        </p15:guide>
        <p15:guide id="5"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alkin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A8638A5-F250-4F13-8367-9EF5EEBD9BB1}"/>
              </a:ext>
            </a:extLst>
          </p:cNvPr>
          <p:cNvPicPr>
            <a:picLocks noChangeAspect="1"/>
          </p:cNvPicPr>
          <p:nvPr userDrawn="1"/>
        </p:nvPicPr>
        <p:blipFill rotWithShape="1">
          <a:blip r:embed="rId2"/>
          <a:srcRect t="35" b="35"/>
          <a:stretch/>
        </p:blipFill>
        <p:spPr>
          <a:xfrm>
            <a:off x="1" y="604414"/>
            <a:ext cx="12192000" cy="6253586"/>
          </a:xfrm>
          <a:prstGeom prst="rect">
            <a:avLst/>
          </a:prstGeom>
        </p:spPr>
      </p:pic>
      <p:pic>
        <p:nvPicPr>
          <p:cNvPr id="4" name="Picture 3">
            <a:extLst>
              <a:ext uri="{FF2B5EF4-FFF2-40B4-BE49-F238E27FC236}">
                <a16:creationId xmlns:a16="http://schemas.microsoft.com/office/drawing/2014/main" id="{732181C1-02C8-4170-8050-04F95DCD6088}"/>
              </a:ext>
            </a:extLst>
          </p:cNvPr>
          <p:cNvPicPr>
            <a:picLocks noChangeAspect="1"/>
          </p:cNvPicPr>
          <p:nvPr userDrawn="1"/>
        </p:nvPicPr>
        <p:blipFill>
          <a:blip r:embed="rId3"/>
          <a:srcRect/>
          <a:stretch/>
        </p:blipFill>
        <p:spPr>
          <a:xfrm>
            <a:off x="587376" y="597152"/>
            <a:ext cx="2132954" cy="399928"/>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spTree>
    <p:extLst>
      <p:ext uri="{BB962C8B-B14F-4D97-AF65-F5344CB8AC3E}">
        <p14:creationId xmlns:p14="http://schemas.microsoft.com/office/powerpoint/2010/main" val="347023116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userDrawn="1">
          <p15:clr>
            <a:srgbClr val="5ACBF0"/>
          </p15:clr>
        </p15:guide>
        <p15:guide id="4" orient="horz" pos="21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alkin 3">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a:stretch/>
        </p:blipFill>
        <p:spPr>
          <a:xfrm>
            <a:off x="0" y="6017392"/>
            <a:ext cx="12192000" cy="257996"/>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206F3868-20C5-4830-B17D-6B8C97A93A75}"/>
              </a:ext>
            </a:extLst>
          </p:cNvPr>
          <p:cNvPicPr>
            <a:picLocks noChangeAspect="1"/>
          </p:cNvPicPr>
          <p:nvPr userDrawn="1"/>
        </p:nvPicPr>
        <p:blipFill>
          <a:blip r:embed="rId3"/>
          <a:srcRect/>
          <a:stretch/>
        </p:blipFill>
        <p:spPr>
          <a:xfrm>
            <a:off x="587376" y="597152"/>
            <a:ext cx="2132954" cy="399928"/>
          </a:xfrm>
          <a:prstGeom prst="rect">
            <a:avLst/>
          </a:prstGeom>
        </p:spPr>
      </p:pic>
    </p:spTree>
    <p:extLst>
      <p:ext uri="{BB962C8B-B14F-4D97-AF65-F5344CB8AC3E}">
        <p14:creationId xmlns:p14="http://schemas.microsoft.com/office/powerpoint/2010/main" val="34073724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alkin 4">
    <p:bg>
      <p:bgPr>
        <a:solidFill>
          <a:srgbClr val="E6E6E6"/>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6BD5228B-DB0F-46DB-85CA-145A3C2DDEDB}"/>
              </a:ext>
            </a:extLst>
          </p:cNvPr>
          <p:cNvPicPr>
            <a:picLocks noChangeAspect="1"/>
          </p:cNvPicPr>
          <p:nvPr userDrawn="1"/>
        </p:nvPicPr>
        <p:blipFill>
          <a:blip r:embed="rId2"/>
          <a:srcRect t="7" b="7"/>
          <a:stretch/>
        </p:blipFill>
        <p:spPr>
          <a:xfrm>
            <a:off x="1" y="604414"/>
            <a:ext cx="12192000" cy="6253586"/>
          </a:xfrm>
          <a:prstGeom prst="rect">
            <a:avLst/>
          </a:prstGeom>
        </p:spPr>
      </p:pic>
      <p:pic>
        <p:nvPicPr>
          <p:cNvPr id="8" name="Picture 7">
            <a:extLst>
              <a:ext uri="{FF2B5EF4-FFF2-40B4-BE49-F238E27FC236}">
                <a16:creationId xmlns:a16="http://schemas.microsoft.com/office/drawing/2014/main" id="{BAB248D0-EB9E-45FD-BD56-CDC59AA53214}"/>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20758788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alkin 5">
    <p:bg>
      <p:bgPr>
        <a:solidFill>
          <a:srgbClr val="F2F2F2"/>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t="10" b="10"/>
          <a:stretch/>
        </p:blipFill>
        <p:spPr>
          <a:xfrm>
            <a:off x="0" y="361014"/>
            <a:ext cx="12192000" cy="6496986"/>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91AB4B28-A3CA-482A-991F-44606913488A}"/>
              </a:ext>
            </a:extLst>
          </p:cNvPr>
          <p:cNvPicPr>
            <a:picLocks noChangeAspect="1"/>
          </p:cNvPicPr>
          <p:nvPr userDrawn="1"/>
        </p:nvPicPr>
        <p:blipFill>
          <a:blip r:embed="rId3"/>
          <a:srcRect/>
          <a:stretch/>
        </p:blipFill>
        <p:spPr>
          <a:xfrm>
            <a:off x="588578" y="595948"/>
            <a:ext cx="2130550" cy="402336"/>
          </a:xfrm>
          <a:prstGeom prst="rect">
            <a:avLst/>
          </a:prstGeom>
        </p:spPr>
      </p:pic>
    </p:spTree>
    <p:extLst>
      <p:ext uri="{BB962C8B-B14F-4D97-AF65-F5344CB8AC3E}">
        <p14:creationId xmlns:p14="http://schemas.microsoft.com/office/powerpoint/2010/main" val="311738876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Walkin 6">
    <p:bg>
      <p:bgPr>
        <a:solidFill>
          <a:schemeClr val="bg2"/>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3406" y="2892285"/>
            <a:ext cx="7338186" cy="553998"/>
          </a:xfrm>
          <a:noFill/>
        </p:spPr>
        <p:txBody>
          <a:bodyPr wrap="square" lIns="0" tIns="0" rIns="0" bIns="0" anchor="b" anchorCtr="0">
            <a:spAutoFit/>
          </a:bodyPr>
          <a:lstStyle>
            <a:lvl1pPr>
              <a:defRPr sz="3600" spc="-50" baseline="0">
                <a:gradFill>
                  <a:gsLst>
                    <a:gs pos="62564">
                      <a:schemeClr val="tx1"/>
                    </a:gs>
                    <a:gs pos="55000">
                      <a:schemeClr val="tx1"/>
                    </a:gs>
                  </a:gsLst>
                  <a:lin ang="5400000" scaled="0"/>
                </a:gra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3406" y="3628154"/>
            <a:ext cx="7338186" cy="307777"/>
          </a:xfrm>
          <a:noFill/>
        </p:spPr>
        <p:txBody>
          <a:bodyPr wrap="square" lIns="0" tIns="0" rIns="0" bIns="0">
            <a:spAutoFit/>
          </a:bodyPr>
          <a:lstStyle>
            <a:lvl1pPr marL="0" indent="0">
              <a:spcBef>
                <a:spcPts val="0"/>
              </a:spcBef>
              <a:buNone/>
              <a:defRPr sz="20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57F79CA3-BB63-4315-8892-95BCB51C21DD}"/>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7" name="Picture 6">
            <a:extLst>
              <a:ext uri="{FF2B5EF4-FFF2-40B4-BE49-F238E27FC236}">
                <a16:creationId xmlns:a16="http://schemas.microsoft.com/office/drawing/2014/main" id="{9B4307F3-560F-46E3-BBB6-0E57A10C0230}"/>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3167795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10C668BD-5334-4107-80B5-F20CC371B5EE}"/>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10C668BD-5334-4107-80B5-F20CC371B5EE}"/>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
        <p:nvSpPr>
          <p:cNvPr id="6" name="Rectangle 5">
            <a:extLst>
              <a:ext uri="{FF2B5EF4-FFF2-40B4-BE49-F238E27FC236}">
                <a16:creationId xmlns:a16="http://schemas.microsoft.com/office/drawing/2014/main" id="{F5B9A194-0050-4403-908B-C73446182F96}"/>
              </a:ext>
            </a:extLst>
          </p:cNvPr>
          <p:cNvSpPr/>
          <p:nvPr userDrawn="1"/>
        </p:nvSpPr>
        <p:spPr bwMode="auto">
          <a:xfrm>
            <a:off x="12192000" y="4307417"/>
            <a:ext cx="109538" cy="594783"/>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a:extLst>
              <a:ext uri="{FF2B5EF4-FFF2-40B4-BE49-F238E27FC236}">
                <a16:creationId xmlns:a16="http://schemas.microsoft.com/office/drawing/2014/main" id="{42A3C893-F324-4D4D-8E9D-AB7655A48AAF}"/>
              </a:ext>
            </a:extLst>
          </p:cNvPr>
          <p:cNvSpPr/>
          <p:nvPr userDrawn="1"/>
        </p:nvSpPr>
        <p:spPr bwMode="auto">
          <a:xfrm>
            <a:off x="9116483" y="6858000"/>
            <a:ext cx="1023197" cy="345432"/>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46968756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925745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6415E271-3B4B-422B-BBB7-732E9892FAC5}"/>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1703268474"/>
      </p:ext>
    </p:extLst>
  </p:cSld>
  <p:clrMapOvr>
    <a:masterClrMapping/>
  </p:clrMapOvr>
  <p:transition>
    <p:fade/>
  </p:transition>
  <p:extLst>
    <p:ext uri="{DCECCB84-F9BA-43D5-87BE-67443E8EF086}">
      <p15:sldGuideLst xmlns:p15="http://schemas.microsoft.com/office/powerpoint/2012/main">
        <p15:guide id="2" orient="horz" pos="1272" userDrawn="1">
          <p15:clr>
            <a:srgbClr val="5ACBF0"/>
          </p15:clr>
        </p15:guide>
        <p15:guide id="3" orient="horz" pos="288" userDrawn="1">
          <p15:clr>
            <a:srgbClr val="5ACBF0"/>
          </p15:clr>
        </p15:guide>
        <p15:guide id="5" orient="horz" pos="904" userDrawn="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7572834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2018982"/>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1272" userDrawn="1">
          <p15:clr>
            <a:srgbClr val="5ACBF0"/>
          </p15:clr>
        </p15:guide>
        <p15:guide id="3" orient="horz" pos="904" userDrawn="1">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5278796-7B84-4D67-88CD-BF78BB06D214}"/>
              </a:ext>
            </a:extLst>
          </p:cNvPr>
          <p:cNvSpPr>
            <a:spLocks noGrp="1"/>
          </p:cNvSpPr>
          <p:nvPr>
            <p:ph type="body" sz="quarter" idx="11"/>
          </p:nvPr>
        </p:nvSpPr>
        <p:spPr>
          <a:xfrm>
            <a:off x="6389914"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9946700"/>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1276" userDrawn="1">
          <p15:clr>
            <a:srgbClr val="5ACBF0"/>
          </p15:clr>
        </p15:guide>
        <p15:guide id="3" orient="horz" pos="904" userDrawn="1">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754DF-CB0E-46F9-AA3C-00BC673EBDF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89335521"/>
      </p:ext>
    </p:extLst>
  </p:cSld>
  <p:clrMapOvr>
    <a:masterClrMapping/>
  </p:clrMapOvr>
  <p:transition>
    <p:fade/>
  </p:transition>
  <p:extLst>
    <p:ext uri="{DCECCB84-F9BA-43D5-87BE-67443E8EF086}">
      <p15:sldGuideLst xmlns:p15="http://schemas.microsoft.com/office/powerpoint/2012/main">
        <p15:guide id="3" orient="horz" pos="900" userDrawn="1">
          <p15:clr>
            <a:srgbClr val="5ACBF0"/>
          </p15:clr>
        </p15:guide>
        <p15:guide id="4" orient="horz" pos="1276" userDrawn="1">
          <p15:clr>
            <a:srgbClr val="5ACBF0"/>
          </p15:clr>
        </p15:guide>
        <p15:guide id="5" orient="horz" pos="288" userDrawn="1">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Only with gri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025650"/>
            <a:ext cx="4161981" cy="1107996"/>
          </a:xfrm>
        </p:spPr>
        <p:txBody>
          <a:bodyPr wrap="square" rIns="0" anchor="b">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Title format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07777"/>
          </a:xfrm>
        </p:spPr>
        <p:txBody>
          <a:bodyPr/>
          <a:lstStyle>
            <a:lvl1pPr marL="0" indent="0">
              <a:buNone/>
              <a:defRPr sz="20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a:extLst>
              <a:ext uri="{FF2B5EF4-FFF2-40B4-BE49-F238E27FC236}">
                <a16:creationId xmlns:a16="http://schemas.microsoft.com/office/drawing/2014/main" id="{6178F5D2-7CA2-4202-8FD2-95D8F7A2E98D}"/>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728665027"/>
      </p:ext>
    </p:extLst>
  </p:cSld>
  <p:clrMapOvr>
    <a:masterClrMapping/>
  </p:clrMapOvr>
  <p:transition>
    <p:fade/>
  </p:transition>
  <p:extLst>
    <p:ext uri="{DCECCB84-F9BA-43D5-87BE-67443E8EF086}">
      <p15:sldGuideLst xmlns:p15="http://schemas.microsoft.com/office/powerpoint/2012/main">
        <p15:guide id="2" pos="3360" userDrawn="1">
          <p15:clr>
            <a:srgbClr val="FBAE40"/>
          </p15:clr>
        </p15:guide>
        <p15:guide id="6" orient="horz" pos="904">
          <p15:clr>
            <a:srgbClr val="5ACBF0"/>
          </p15:clr>
        </p15:guide>
        <p15:guide id="7" orient="horz" pos="1276">
          <p15:clr>
            <a:srgbClr val="5ACBF0"/>
          </p15:clr>
        </p15:guide>
        <p15:guide id="8" orient="horz" pos="2226">
          <p15:clr>
            <a:srgbClr val="5ACBF0"/>
          </p15:clr>
        </p15:guide>
        <p15:guide id="10" pos="3729" userDrawn="1">
          <p15:clr>
            <a:srgbClr val="C35EA4"/>
          </p15:clr>
        </p15:guide>
        <p15:guide id="11" pos="2993">
          <p15:clr>
            <a:srgbClr val="5ACBF0"/>
          </p15:clr>
        </p15:guide>
        <p15:guide id="12" pos="3543" userDrawn="1">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025" y="2875002"/>
            <a:ext cx="4161981" cy="1107996"/>
          </a:xfrm>
        </p:spPr>
        <p:txBody>
          <a:bodyPr wrap="square" rIns="0" anchor="ctr" anchorCtr="0">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Title  </a:t>
            </a:r>
          </a:p>
        </p:txBody>
      </p:sp>
      <p:sp>
        <p:nvSpPr>
          <p:cNvPr id="4" name="Picture Placeholder">
            <a:extLst>
              <a:ext uri="{FF2B5EF4-FFF2-40B4-BE49-F238E27FC236}">
                <a16:creationId xmlns:a16="http://schemas.microsoft.com/office/drawing/2014/main" id="{3956AAB8-C2DF-40F3-A72B-0FA6F47702E6}"/>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2689229390"/>
      </p:ext>
    </p:extLst>
  </p:cSld>
  <p:clrMapOvr>
    <a:masterClrMapping/>
  </p:clrMapOvr>
  <p:transition>
    <p:fade/>
  </p:transition>
  <p:extLst>
    <p:ext uri="{DCECCB84-F9BA-43D5-87BE-67443E8EF086}">
      <p15:sldGuideLst xmlns:p15="http://schemas.microsoft.com/office/powerpoint/2012/main">
        <p15:guide id="2" pos="3360" userDrawn="1">
          <p15:clr>
            <a:srgbClr val="FBAE40"/>
          </p15:clr>
        </p15:guide>
        <p15:guide id="5" orient="horz" pos="2160">
          <p15:clr>
            <a:srgbClr val="FBAE40"/>
          </p15:clr>
        </p15:guide>
        <p15:guide id="6" pos="2991">
          <p15:clr>
            <a:srgbClr val="5ACBF0"/>
          </p15:clr>
        </p15:guide>
        <p15:guide id="7" pos="3728" userDrawn="1">
          <p15:clr>
            <a:srgbClr val="C35EA4"/>
          </p15:clr>
        </p15:guide>
        <p15:guide id="8" pos="3544" userDrawn="1">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981637"/>
            <a:ext cx="4160520" cy="861774"/>
          </a:xfrm>
        </p:spPr>
        <p:txBody>
          <a:bodyPr wrap="square" anchor="t">
            <a:spAutoFit/>
          </a:bodyPr>
          <a:lstStyle>
            <a:lvl1pPr>
              <a:lnSpc>
                <a:spcPct val="100000"/>
              </a:lnSpc>
              <a:defRPr sz="2800" b="0" spc="0"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smaller text</a:t>
            </a:r>
          </a:p>
        </p:txBody>
      </p:sp>
      <p:sp>
        <p:nvSpPr>
          <p:cNvPr id="4" name="Picture Placeholder">
            <a:extLst>
              <a:ext uri="{FF2B5EF4-FFF2-40B4-BE49-F238E27FC236}">
                <a16:creationId xmlns:a16="http://schemas.microsoft.com/office/drawing/2014/main" id="{18102CFD-D7DD-461F-B675-FAE01404E555}"/>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2429512451"/>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3" orient="horz" pos="1877">
          <p15:clr>
            <a:srgbClr val="5ACBF0"/>
          </p15:clr>
        </p15:guide>
        <p15:guide id="4" pos="3731" userDrawn="1">
          <p15:clr>
            <a:srgbClr val="C35EA4"/>
          </p15:clr>
        </p15:guide>
        <p15:guide id="5" pos="2993">
          <p15:clr>
            <a:srgbClr val="5ACBF0"/>
          </p15:clr>
        </p15:guide>
        <p15:guide id="6" pos="3547" userDrawn="1">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1"/>
      </p:bgRef>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A6DDEDED-E833-4EEC-B013-F77EC5C26ED8}"/>
              </a:ext>
            </a:extLst>
          </p:cNvPr>
          <p:cNvSpPr>
            <a:spLocks noGrp="1"/>
          </p:cNvSpPr>
          <p:nvPr>
            <p:ph type="title" hasCustomPrompt="1"/>
          </p:nvPr>
        </p:nvSpPr>
        <p:spPr>
          <a:xfrm>
            <a:off x="585216" y="3011827"/>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9" name="Text Placeholder 4">
            <a:extLst>
              <a:ext uri="{FF2B5EF4-FFF2-40B4-BE49-F238E27FC236}">
                <a16:creationId xmlns:a16="http://schemas.microsoft.com/office/drawing/2014/main" id="{C3AC5816-9323-4710-BEBB-A91B469F8643}"/>
              </a:ext>
            </a:extLst>
          </p:cNvPr>
          <p:cNvSpPr>
            <a:spLocks noGrp="1"/>
          </p:cNvSpPr>
          <p:nvPr>
            <p:ph type="body" sz="quarter" idx="12" hasCustomPrompt="1"/>
          </p:nvPr>
        </p:nvSpPr>
        <p:spPr>
          <a:xfrm>
            <a:off x="594594" y="3631802"/>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12" name="Picture 11">
            <a:extLst>
              <a:ext uri="{FF2B5EF4-FFF2-40B4-BE49-F238E27FC236}">
                <a16:creationId xmlns:a16="http://schemas.microsoft.com/office/drawing/2014/main" id="{5EDCF80E-6B7F-428C-A2FD-CBB8DE40FA67}"/>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ideo slid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Video</a:t>
            </a:r>
          </a:p>
        </p:txBody>
      </p:sp>
      <p:pic>
        <p:nvPicPr>
          <p:cNvPr id="6" name="Picture 5">
            <a:extLst>
              <a:ext uri="{FF2B5EF4-FFF2-40B4-BE49-F238E27FC236}">
                <a16:creationId xmlns:a16="http://schemas.microsoft.com/office/drawing/2014/main" id="{9CDF55C9-7B02-489C-84E0-60C286D78290}"/>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172114844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Section title</a:t>
            </a:r>
          </a:p>
        </p:txBody>
      </p:sp>
      <p:pic>
        <p:nvPicPr>
          <p:cNvPr id="6" name="Picture 5">
            <a:extLst>
              <a:ext uri="{FF2B5EF4-FFF2-40B4-BE49-F238E27FC236}">
                <a16:creationId xmlns:a16="http://schemas.microsoft.com/office/drawing/2014/main" id="{D5A1E839-872B-4CB0-B625-2E6BC8340D9E}"/>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emo slide_2">
    <p:bg>
      <p:bgPr>
        <a:solidFill>
          <a:srgbClr val="F2F2F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07A9781-335A-4D50-9C58-D8971A7B2AE2}"/>
              </a:ext>
            </a:extLst>
          </p:cNvPr>
          <p:cNvSpPr>
            <a:spLocks noGrp="1"/>
          </p:cNvSpPr>
          <p:nvPr>
            <p:ph type="title" hasCustomPrompt="1"/>
          </p:nvPr>
        </p:nvSpPr>
        <p:spPr>
          <a:xfrm>
            <a:off x="585216" y="3011819"/>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8" name="Text Placeholder 4">
            <a:extLst>
              <a:ext uri="{FF2B5EF4-FFF2-40B4-BE49-F238E27FC236}">
                <a16:creationId xmlns:a16="http://schemas.microsoft.com/office/drawing/2014/main" id="{F17C6D5B-3F62-494F-A40D-0D2FB4FFC7D8}"/>
              </a:ext>
            </a:extLst>
          </p:cNvPr>
          <p:cNvSpPr>
            <a:spLocks noGrp="1"/>
          </p:cNvSpPr>
          <p:nvPr>
            <p:ph type="body" sz="quarter" idx="12" hasCustomPrompt="1"/>
          </p:nvPr>
        </p:nvSpPr>
        <p:spPr>
          <a:xfrm>
            <a:off x="594594" y="3631794"/>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6" name="Picture 5">
            <a:extLst>
              <a:ext uri="{FF2B5EF4-FFF2-40B4-BE49-F238E27FC236}">
                <a16:creationId xmlns:a16="http://schemas.microsoft.com/office/drawing/2014/main" id="{BFC04202-EF83-4A58-A8C3-81980398E47D}"/>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Video slide_2">
    <p:bg>
      <p:bgPr>
        <a:solidFill>
          <a:srgbClr val="F2F2F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Video</a:t>
            </a:r>
          </a:p>
        </p:txBody>
      </p:sp>
      <p:pic>
        <p:nvPicPr>
          <p:cNvPr id="4" name="Picture 3">
            <a:extLst>
              <a:ext uri="{FF2B5EF4-FFF2-40B4-BE49-F238E27FC236}">
                <a16:creationId xmlns:a16="http://schemas.microsoft.com/office/drawing/2014/main" id="{1A81DB7E-2194-434F-8442-CBD92D624918}"/>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5555108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userDrawn="1">
          <p15:clr>
            <a:srgbClr val="5ACBF0"/>
          </p15:clr>
        </p15:guide>
        <p15:guide id="3" orient="horz" pos="1914" userDrawn="1">
          <p15:clr>
            <a:srgbClr val="5ACBF0"/>
          </p15:clr>
        </p15:guide>
        <p15:guide id="4" orient="horz" pos="2505"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ection Title_2">
    <p:bg>
      <p:bgPr>
        <a:solidFill>
          <a:srgbClr val="F2F2F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CCEDED28-6C83-45F6-A2AE-AEA0D37D47A3}"/>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guide id="4" orient="horz" pos="2505" userDrawn="1">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1556723"/>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4" userDrawn="1">
          <p15:clr>
            <a:srgbClr val="5ACBF0"/>
          </p15:clr>
        </p15:guide>
        <p15:guide id="3" orient="horz" pos="288" userDrawn="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567534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1272" userDrawn="1">
          <p15:clr>
            <a:srgbClr val="5ACBF0"/>
          </p15:clr>
        </p15:guide>
        <p15:guide id="3" orient="horz" pos="288" userDrawn="1">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1pPr>
            <a:lvl2pPr marL="346553" indent="0">
              <a:buNone/>
              <a:defRPr sz="24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607" indent="0">
              <a:buNone/>
              <a:defRPr sz="20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563"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997"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43058790"/>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5" userDrawn="1">
          <p15:clr>
            <a:srgbClr val="5ACBF0"/>
          </p15:clr>
        </p15:guide>
        <p15:guide id="3" orient="horz" pos="288" userDrawn="1">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logo slide_1">
    <p:bg>
      <p:bgPr>
        <a:solidFill>
          <a:srgbClr val="FFFFFF"/>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657F403-5530-4721-9A70-6AAA056C5EAE}"/>
              </a:ext>
            </a:extLst>
          </p:cNvPr>
          <p:cNvPicPr>
            <a:picLocks noChangeAspect="1"/>
          </p:cNvPicPr>
          <p:nvPr userDrawn="1"/>
        </p:nvPicPr>
        <p:blipFill>
          <a:blip r:embed="rId2"/>
          <a:srcRect t="10" b="10"/>
          <a:stretch/>
        </p:blipFill>
        <p:spPr>
          <a:xfrm>
            <a:off x="0" y="361014"/>
            <a:ext cx="12192000" cy="6496986"/>
          </a:xfrm>
          <a:prstGeom prst="rect">
            <a:avLst/>
          </a:prstGeom>
        </p:spPr>
      </p:pic>
      <p:sp>
        <p:nvSpPr>
          <p:cNvPr id="4" name="Title 1">
            <a:extLst>
              <a:ext uri="{FF2B5EF4-FFF2-40B4-BE49-F238E27FC236}">
                <a16:creationId xmlns:a16="http://schemas.microsoft.com/office/drawing/2014/main" id="{6AF7D8B5-60D9-4A85-B6AC-AB2808C513AA}"/>
              </a:ext>
            </a:extLst>
          </p:cNvPr>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Click to add copy</a:t>
            </a:r>
          </a:p>
        </p:txBody>
      </p:sp>
    </p:spTree>
    <p:extLst>
      <p:ext uri="{BB962C8B-B14F-4D97-AF65-F5344CB8AC3E}">
        <p14:creationId xmlns:p14="http://schemas.microsoft.com/office/powerpoint/2010/main" val="298085193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losing logo slide_2">
    <p:bg>
      <p:bgPr>
        <a:solidFill>
          <a:srgbClr val="E6E6E6"/>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657F403-5530-4721-9A70-6AAA056C5EAE}"/>
              </a:ext>
            </a:extLst>
          </p:cNvPr>
          <p:cNvPicPr>
            <a:picLocks noChangeAspect="1"/>
          </p:cNvPicPr>
          <p:nvPr userDrawn="1"/>
        </p:nvPicPr>
        <p:blipFill>
          <a:blip r:embed="rId2"/>
          <a:srcRect t="10" b="10"/>
          <a:stretch/>
        </p:blipFill>
        <p:spPr>
          <a:xfrm>
            <a:off x="0" y="361014"/>
            <a:ext cx="12192000" cy="6496986"/>
          </a:xfrm>
          <a:prstGeom prst="rect">
            <a:avLst/>
          </a:prstGeom>
        </p:spPr>
      </p:pic>
      <p:pic>
        <p:nvPicPr>
          <p:cNvPr id="5" name="Picture 4">
            <a:extLst>
              <a:ext uri="{FF2B5EF4-FFF2-40B4-BE49-F238E27FC236}">
                <a16:creationId xmlns:a16="http://schemas.microsoft.com/office/drawing/2014/main" id="{D09DFFD1-BA11-46AD-ADEB-22CFF7148C44}"/>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393269967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_3">
    <p:bg>
      <p:bgPr>
        <a:solidFill>
          <a:srgbClr val="F2F2F2"/>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97FDC0C-A1E0-42E3-A6E6-4DC516B1ECF5}"/>
              </a:ext>
            </a:extLst>
          </p:cNvPr>
          <p:cNvPicPr>
            <a:picLocks noChangeAspect="1"/>
          </p:cNvPicPr>
          <p:nvPr userDrawn="1"/>
        </p:nvPicPr>
        <p:blipFill>
          <a:blip r:embed="rId2"/>
          <a:srcRect t="10" b="10"/>
          <a:stretch/>
        </p:blipFill>
        <p:spPr>
          <a:xfrm>
            <a:off x="0" y="361014"/>
            <a:ext cx="12192000" cy="6496986"/>
          </a:xfrm>
          <a:prstGeom prst="rect">
            <a:avLst/>
          </a:prstGeom>
        </p:spPr>
      </p:pic>
      <p:pic>
        <p:nvPicPr>
          <p:cNvPr id="5" name="Picture 4">
            <a:extLst>
              <a:ext uri="{FF2B5EF4-FFF2-40B4-BE49-F238E27FC236}">
                <a16:creationId xmlns:a16="http://schemas.microsoft.com/office/drawing/2014/main" id="{793ABA5D-327F-422E-A0DB-8C1167D731A0}"/>
              </a:ext>
            </a:extLst>
          </p:cNvPr>
          <p:cNvPicPr>
            <a:picLocks noChangeAspect="1"/>
          </p:cNvPicPr>
          <p:nvPr userDrawn="1"/>
        </p:nvPicPr>
        <p:blipFill>
          <a:blip r:embed="rId3"/>
          <a:srcRect/>
          <a:stretch/>
        </p:blipFill>
        <p:spPr>
          <a:xfrm>
            <a:off x="588578" y="595948"/>
            <a:ext cx="2130550" cy="402336"/>
          </a:xfrm>
          <a:prstGeom prst="rect">
            <a:avLst/>
          </a:prstGeom>
        </p:spPr>
      </p:pic>
    </p:spTree>
    <p:extLst>
      <p:ext uri="{BB962C8B-B14F-4D97-AF65-F5344CB8AC3E}">
        <p14:creationId xmlns:p14="http://schemas.microsoft.com/office/powerpoint/2010/main" val="90983196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alkin 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0712E43-0ECA-47E9-BF15-501D117A36B8}"/>
              </a:ext>
            </a:extLst>
          </p:cNvPr>
          <p:cNvPicPr>
            <a:picLocks noChangeAspect="1"/>
          </p:cNvPicPr>
          <p:nvPr userDrawn="1"/>
        </p:nvPicPr>
        <p:blipFill>
          <a:blip r:embed="rId2"/>
          <a:srcRect/>
          <a:stretch/>
        </p:blipFill>
        <p:spPr>
          <a:xfrm>
            <a:off x="1" y="0"/>
            <a:ext cx="12191998" cy="6857999"/>
          </a:xfrm>
          <a:prstGeom prst="rect">
            <a:avLst/>
          </a:prstGeom>
        </p:spPr>
      </p:pic>
    </p:spTree>
    <p:extLst>
      <p:ext uri="{BB962C8B-B14F-4D97-AF65-F5344CB8AC3E}">
        <p14:creationId xmlns:p14="http://schemas.microsoft.com/office/powerpoint/2010/main" val="2148831830"/>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Walkin 2">
    <p:bg>
      <p:bgPr>
        <a:solidFill>
          <a:schemeClr val="bg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979C710C-6494-4906-B8FD-9067630E1E97}"/>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B71ECF19-0181-4391-B473-2CD7E4C66476}"/>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C703E829-F7D2-4CD8-9BC7-B89E16376882}"/>
              </a:ext>
            </a:extLst>
          </p:cNvPr>
          <p:cNvPicPr>
            <a:picLocks noChangeAspect="1"/>
          </p:cNvPicPr>
          <p:nvPr userDrawn="1"/>
        </p:nvPicPr>
        <p:blipFill>
          <a:blip r:embed="rId2"/>
          <a:srcRect l="10" r="10"/>
          <a:stretch/>
        </p:blipFill>
        <p:spPr>
          <a:xfrm>
            <a:off x="-1" y="727289"/>
            <a:ext cx="12192001" cy="6130711"/>
          </a:xfrm>
          <a:prstGeom prst="rect">
            <a:avLst/>
          </a:prstGeom>
        </p:spPr>
      </p:pic>
      <p:pic>
        <p:nvPicPr>
          <p:cNvPr id="7" name="Picture 6">
            <a:extLst>
              <a:ext uri="{FF2B5EF4-FFF2-40B4-BE49-F238E27FC236}">
                <a16:creationId xmlns:a16="http://schemas.microsoft.com/office/drawing/2014/main" id="{C0D3ED0C-7E34-4CCF-B7D1-D2832F24DFBB}"/>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17400446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alkin 3">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a:stretch/>
        </p:blipFill>
        <p:spPr>
          <a:xfrm>
            <a:off x="0" y="6017392"/>
            <a:ext cx="12192000" cy="257996"/>
          </a:xfrm>
          <a:prstGeom prst="rect">
            <a:avLst/>
          </a:prstGeom>
        </p:spPr>
      </p:pic>
      <p:sp>
        <p:nvSpPr>
          <p:cNvPr id="6" name="Title 1">
            <a:extLst>
              <a:ext uri="{FF2B5EF4-FFF2-40B4-BE49-F238E27FC236}">
                <a16:creationId xmlns:a16="http://schemas.microsoft.com/office/drawing/2014/main" id="{3DC0384E-A179-4EED-B4A2-DCEF411CCB5E}"/>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7" name="Text Placeholder 4">
            <a:extLst>
              <a:ext uri="{FF2B5EF4-FFF2-40B4-BE49-F238E27FC236}">
                <a16:creationId xmlns:a16="http://schemas.microsoft.com/office/drawing/2014/main" id="{633D10E2-7DAB-4B5C-B008-EEA4F5823B1B}"/>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1F81F8FE-0592-4EF1-90D8-AB0581608721}"/>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33231506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Walkin 4">
    <p:bg>
      <p:bgPr>
        <a:solidFill>
          <a:srgbClr val="2F2F2F"/>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979C710C-6494-4906-B8FD-9067630E1E97}"/>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B71ECF19-0181-4391-B473-2CD7E4C66476}"/>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Picture 5">
            <a:extLst>
              <a:ext uri="{FF2B5EF4-FFF2-40B4-BE49-F238E27FC236}">
                <a16:creationId xmlns:a16="http://schemas.microsoft.com/office/drawing/2014/main" id="{4C57A6DD-C7DA-4490-9706-D789A8D72FF4}"/>
              </a:ext>
            </a:extLst>
          </p:cNvPr>
          <p:cNvPicPr>
            <a:picLocks noChangeAspect="1"/>
          </p:cNvPicPr>
          <p:nvPr userDrawn="1"/>
        </p:nvPicPr>
        <p:blipFill>
          <a:blip r:embed="rId2"/>
          <a:srcRect l="10" r="10"/>
          <a:stretch/>
        </p:blipFill>
        <p:spPr>
          <a:xfrm>
            <a:off x="-1" y="727289"/>
            <a:ext cx="12192001" cy="6130711"/>
          </a:xfrm>
          <a:prstGeom prst="rect">
            <a:avLst/>
          </a:prstGeom>
        </p:spPr>
      </p:pic>
      <p:pic>
        <p:nvPicPr>
          <p:cNvPr id="7" name="Picture 6">
            <a:extLst>
              <a:ext uri="{FF2B5EF4-FFF2-40B4-BE49-F238E27FC236}">
                <a16:creationId xmlns:a16="http://schemas.microsoft.com/office/drawing/2014/main" id="{3951EA16-AD1D-4E1F-909F-1D5C16E47A7B}"/>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156701522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mp; Non-bulleted text">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452811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mp; Non-bulleted text">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DF1801C5-48C1-4410-9802-372288452F7C}"/>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39984908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_Title &amp; Non-bullete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pic>
        <p:nvPicPr>
          <p:cNvPr id="5" name="Picture 4">
            <a:extLst>
              <a:ext uri="{FF2B5EF4-FFF2-40B4-BE49-F238E27FC236}">
                <a16:creationId xmlns:a16="http://schemas.microsoft.com/office/drawing/2014/main" id="{6225435C-39E0-455B-B47A-B7A613681311}"/>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
        <p:nvSpPr>
          <p:cNvPr id="6" name="Rectangle 5">
            <a:extLst>
              <a:ext uri="{FF2B5EF4-FFF2-40B4-BE49-F238E27FC236}">
                <a16:creationId xmlns:a16="http://schemas.microsoft.com/office/drawing/2014/main" id="{47935B10-C9C6-4D31-9ADF-71FD9B8F569F}"/>
              </a:ext>
            </a:extLst>
          </p:cNvPr>
          <p:cNvSpPr/>
          <p:nvPr userDrawn="1"/>
        </p:nvSpPr>
        <p:spPr bwMode="auto">
          <a:xfrm>
            <a:off x="12192000" y="4307417"/>
            <a:ext cx="109538" cy="594783"/>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195EFA4C-C99E-470A-A53F-6ED184525E57}"/>
              </a:ext>
            </a:extLst>
          </p:cNvPr>
          <p:cNvSpPr/>
          <p:nvPr userDrawn="1"/>
        </p:nvSpPr>
        <p:spPr bwMode="auto">
          <a:xfrm>
            <a:off x="9116483" y="6858000"/>
            <a:ext cx="1023197" cy="345432"/>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8" name="Text Placeholder 3">
            <a:extLst>
              <a:ext uri="{FF2B5EF4-FFF2-40B4-BE49-F238E27FC236}">
                <a16:creationId xmlns:a16="http://schemas.microsoft.com/office/drawing/2014/main" id="{ED1B35D5-2535-4483-84C7-07873C0F3216}"/>
              </a:ext>
            </a:extLst>
          </p:cNvPr>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9470607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1009379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74A587C-C2B6-4F83-A3B7-664CE50ED254}"/>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308750717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9AE91E89-EC0F-44C3-822D-7D4DD66B4E21}"/>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Tree>
    <p:extLst>
      <p:ext uri="{BB962C8B-B14F-4D97-AF65-F5344CB8AC3E}">
        <p14:creationId xmlns:p14="http://schemas.microsoft.com/office/powerpoint/2010/main" val="268220108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lumn Non-bullete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077340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lumn Bullet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5278796-7B84-4D67-88CD-BF78BB06D214}"/>
              </a:ext>
            </a:extLst>
          </p:cNvPr>
          <p:cNvSpPr>
            <a:spLocks noGrp="1"/>
          </p:cNvSpPr>
          <p:nvPr>
            <p:ph type="body" sz="quarter" idx="11"/>
          </p:nvPr>
        </p:nvSpPr>
        <p:spPr>
          <a:xfrm>
            <a:off x="6389914"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8435004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with gri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4014188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mall title - half page">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93148141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 Square Photo ">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025650"/>
            <a:ext cx="4161981" cy="1107996"/>
          </a:xfrm>
        </p:spPr>
        <p:txBody>
          <a:bodyPr wrap="square" rIns="0" anchor="b">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Title format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07777"/>
          </a:xfrm>
        </p:spPr>
        <p:txBody>
          <a:bodyPr/>
          <a:lstStyle>
            <a:lvl1pPr marL="0" indent="0">
              <a:buNone/>
              <a:defRPr sz="20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Edit Master text styles</a:t>
            </a:r>
          </a:p>
        </p:txBody>
      </p:sp>
      <p:sp>
        <p:nvSpPr>
          <p:cNvPr id="5" name="Picture Placeholder">
            <a:extLst>
              <a:ext uri="{FF2B5EF4-FFF2-40B4-BE49-F238E27FC236}">
                <a16:creationId xmlns:a16="http://schemas.microsoft.com/office/drawing/2014/main" id="{6178F5D2-7CA2-4202-8FD2-95D8F7A2E98D}"/>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1952163360"/>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6" orient="horz" pos="904">
          <p15:clr>
            <a:srgbClr val="5ACBF0"/>
          </p15:clr>
        </p15:guide>
        <p15:guide id="7" orient="horz" pos="1276">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quare Photo ">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025" y="2875002"/>
            <a:ext cx="4161981" cy="1107996"/>
          </a:xfrm>
        </p:spPr>
        <p:txBody>
          <a:bodyPr wrap="square" rIns="0" anchor="ctr" anchorCtr="0">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Title  </a:t>
            </a:r>
          </a:p>
        </p:txBody>
      </p:sp>
      <p:sp>
        <p:nvSpPr>
          <p:cNvPr id="4" name="Picture Placeholder">
            <a:extLst>
              <a:ext uri="{FF2B5EF4-FFF2-40B4-BE49-F238E27FC236}">
                <a16:creationId xmlns:a16="http://schemas.microsoft.com/office/drawing/2014/main" id="{3956AAB8-C2DF-40F3-A72B-0FA6F47702E6}"/>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4208981506"/>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5" orient="horz" pos="2160">
          <p15:clr>
            <a:srgbClr val="FBAE4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quare Photo 2">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981637"/>
            <a:ext cx="4160520" cy="861774"/>
          </a:xfrm>
        </p:spPr>
        <p:txBody>
          <a:bodyPr wrap="square" anchor="t">
            <a:spAutoFit/>
          </a:bodyPr>
          <a:lstStyle>
            <a:lvl1pPr>
              <a:lnSpc>
                <a:spcPct val="100000"/>
              </a:lnSpc>
              <a:defRPr sz="2800" b="0" spc="0"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smaller text</a:t>
            </a:r>
          </a:p>
        </p:txBody>
      </p:sp>
      <p:sp>
        <p:nvSpPr>
          <p:cNvPr id="4" name="Picture Placeholder">
            <a:extLst>
              <a:ext uri="{FF2B5EF4-FFF2-40B4-BE49-F238E27FC236}">
                <a16:creationId xmlns:a16="http://schemas.microsoft.com/office/drawing/2014/main" id="{18102CFD-D7DD-461F-B675-FAE01404E555}"/>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3373083827"/>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emo slide">
    <p:bg>
      <p:bgPr>
        <a:solidFill>
          <a:schemeClr val="bg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E5117A3-E69B-4D89-A69A-EF7381798FC8}"/>
              </a:ext>
            </a:extLst>
          </p:cNvPr>
          <p:cNvSpPr>
            <a:spLocks noGrp="1"/>
          </p:cNvSpPr>
          <p:nvPr>
            <p:ph type="title" hasCustomPrompt="1"/>
          </p:nvPr>
        </p:nvSpPr>
        <p:spPr>
          <a:xfrm>
            <a:off x="585216" y="2985450"/>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7" name="Text Placeholder 4">
            <a:extLst>
              <a:ext uri="{FF2B5EF4-FFF2-40B4-BE49-F238E27FC236}">
                <a16:creationId xmlns:a16="http://schemas.microsoft.com/office/drawing/2014/main" id="{1D7B5D50-6898-43D7-ABF7-5775BC3EA8E9}"/>
              </a:ext>
            </a:extLst>
          </p:cNvPr>
          <p:cNvSpPr>
            <a:spLocks noGrp="1"/>
          </p:cNvSpPr>
          <p:nvPr>
            <p:ph type="body" sz="quarter" idx="12" hasCustomPrompt="1"/>
          </p:nvPr>
        </p:nvSpPr>
        <p:spPr>
          <a:xfrm>
            <a:off x="599283" y="3605425"/>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chemeClr val="tx1"/>
                </a:solidFill>
                <a:latin typeface="+mn-lt"/>
              </a:defRPr>
            </a:lvl1pPr>
          </a:lstStyle>
          <a:p>
            <a:pPr lvl="0"/>
            <a:r>
              <a:rPr lang="en-US"/>
              <a:t>Speaker name</a:t>
            </a:r>
          </a:p>
        </p:txBody>
      </p:sp>
      <p:pic>
        <p:nvPicPr>
          <p:cNvPr id="5" name="Picture 4">
            <a:extLst>
              <a:ext uri="{FF2B5EF4-FFF2-40B4-BE49-F238E27FC236}">
                <a16:creationId xmlns:a16="http://schemas.microsoft.com/office/drawing/2014/main" id="{B6E0ACDA-E7A1-431F-9526-000B4B6A95DC}"/>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3688632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Video</a:t>
            </a:r>
          </a:p>
        </p:txBody>
      </p:sp>
      <p:pic>
        <p:nvPicPr>
          <p:cNvPr id="6" name="Picture 5">
            <a:extLst>
              <a:ext uri="{FF2B5EF4-FFF2-40B4-BE49-F238E27FC236}">
                <a16:creationId xmlns:a16="http://schemas.microsoft.com/office/drawing/2014/main" id="{877D5DB2-26CE-4B45-A18C-B19C1FC596CC}"/>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2417125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67A5DDA8-A241-470C-8570-679C7EAC6F26}"/>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2716574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emo slide_2">
    <p:bg>
      <p:bgPr>
        <a:solidFill>
          <a:schemeClr val="tx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07A9781-335A-4D50-9C58-D8971A7B2AE2}"/>
              </a:ext>
            </a:extLst>
          </p:cNvPr>
          <p:cNvSpPr>
            <a:spLocks noGrp="1"/>
          </p:cNvSpPr>
          <p:nvPr>
            <p:ph type="title" hasCustomPrompt="1"/>
          </p:nvPr>
        </p:nvSpPr>
        <p:spPr>
          <a:xfrm>
            <a:off x="585216" y="2533527"/>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8" name="Text Placeholder 4">
            <a:extLst>
              <a:ext uri="{FF2B5EF4-FFF2-40B4-BE49-F238E27FC236}">
                <a16:creationId xmlns:a16="http://schemas.microsoft.com/office/drawing/2014/main" id="{F17C6D5B-3F62-494F-A40D-0D2FB4FFC7D8}"/>
              </a:ext>
            </a:extLst>
          </p:cNvPr>
          <p:cNvSpPr>
            <a:spLocks noGrp="1"/>
          </p:cNvSpPr>
          <p:nvPr>
            <p:ph type="body" sz="quarter" idx="12" hasCustomPrompt="1"/>
          </p:nvPr>
        </p:nvSpPr>
        <p:spPr>
          <a:xfrm>
            <a:off x="585216" y="3153502"/>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6" name="Picture 5">
            <a:extLst>
              <a:ext uri="{FF2B5EF4-FFF2-40B4-BE49-F238E27FC236}">
                <a16:creationId xmlns:a16="http://schemas.microsoft.com/office/drawing/2014/main" id="{4BA15FF0-CAC2-4CEA-97C4-2776059C9702}"/>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3329055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Video slide_2">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Video</a:t>
            </a:r>
          </a:p>
        </p:txBody>
      </p:sp>
      <p:pic>
        <p:nvPicPr>
          <p:cNvPr id="4" name="Picture 3">
            <a:extLst>
              <a:ext uri="{FF2B5EF4-FFF2-40B4-BE49-F238E27FC236}">
                <a16:creationId xmlns:a16="http://schemas.microsoft.com/office/drawing/2014/main" id="{0770E11A-F8D5-46DE-9768-63FFE5D3BDB9}"/>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59955963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Section Title_2">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1B9F52BA-3A32-48A9-ACBB-89D738320FF7}"/>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119099557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guide id="4" orient="horz" pos="2505">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2093403"/>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68010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1272">
          <p15:clr>
            <a:srgbClr val="5ACBF0"/>
          </p15:clr>
        </p15:guide>
        <p15:guide id="3" orient="horz" pos="288">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1pPr>
            <a:lvl2pPr marL="346553" indent="0">
              <a:buNone/>
              <a:defRPr sz="24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607" indent="0">
              <a:buNone/>
              <a:defRPr sz="20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563"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997"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12562624"/>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5">
          <p15:clr>
            <a:srgbClr val="5ACBF0"/>
          </p15:clr>
        </p15:guide>
        <p15:guide id="3" orient="horz" pos="288">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833038121"/>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CD82180-99F3-4415-BE28-BC19A4BB2625}"/>
              </a:ext>
            </a:extLst>
          </p:cNvPr>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Click to add copy</a:t>
            </a:r>
          </a:p>
        </p:txBody>
      </p:sp>
      <p:pic>
        <p:nvPicPr>
          <p:cNvPr id="5" name="Picture 4">
            <a:extLst>
              <a:ext uri="{FF2B5EF4-FFF2-40B4-BE49-F238E27FC236}">
                <a16:creationId xmlns:a16="http://schemas.microsoft.com/office/drawing/2014/main" id="{1E6BB193-C413-474A-B507-F1AFD01D9B83}"/>
              </a:ext>
            </a:extLst>
          </p:cNvPr>
          <p:cNvPicPr>
            <a:picLocks noChangeAspect="1"/>
          </p:cNvPicPr>
          <p:nvPr userDrawn="1"/>
        </p:nvPicPr>
        <p:blipFill>
          <a:blip r:embed="rId2"/>
          <a:srcRect l="10" r="10"/>
          <a:stretch/>
        </p:blipFill>
        <p:spPr>
          <a:xfrm>
            <a:off x="0" y="727289"/>
            <a:ext cx="12192000" cy="6130711"/>
          </a:xfrm>
          <a:prstGeom prst="rect">
            <a:avLst/>
          </a:prstGeom>
        </p:spPr>
      </p:pic>
    </p:spTree>
    <p:extLst>
      <p:ext uri="{BB962C8B-B14F-4D97-AF65-F5344CB8AC3E}">
        <p14:creationId xmlns:p14="http://schemas.microsoft.com/office/powerpoint/2010/main" val="2610300948"/>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_Closing logo slide">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330E47B-22FD-4E91-BA8B-26D94063CD57}"/>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6" name="Picture 5">
            <a:extLst>
              <a:ext uri="{FF2B5EF4-FFF2-40B4-BE49-F238E27FC236}">
                <a16:creationId xmlns:a16="http://schemas.microsoft.com/office/drawing/2014/main" id="{7BF58369-3B4B-410C-9C20-C22E41CBE54D}"/>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26436197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_Closing logo slide">
    <p:bg>
      <p:bgPr>
        <a:solidFill>
          <a:schemeClr val="bg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7691AB-BE94-4B7B-8AA2-FA6630F3886A}"/>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6" name="Picture 5">
            <a:extLst>
              <a:ext uri="{FF2B5EF4-FFF2-40B4-BE49-F238E27FC236}">
                <a16:creationId xmlns:a16="http://schemas.microsoft.com/office/drawing/2014/main" id="{D74B51E3-0317-46DE-8BB0-E934990B46F7}"/>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3182134367"/>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slideLayout" Target="../slideLayouts/slideLayout34.xml"/><Relationship Id="rId3" Type="http://schemas.openxmlformats.org/officeDocument/2006/relationships/slideLayout" Target="../slideLayouts/slideLayout35.xml"/><Relationship Id="rId4" Type="http://schemas.openxmlformats.org/officeDocument/2006/relationships/slideLayout" Target="../slideLayouts/slideLayout36.xml"/><Relationship Id="rId5" Type="http://schemas.openxmlformats.org/officeDocument/2006/relationships/slideLayout" Target="../slideLayouts/slideLayout37.xml"/><Relationship Id="rId6" Type="http://schemas.openxmlformats.org/officeDocument/2006/relationships/slideLayout" Target="../slideLayouts/slideLayout38.xml"/><Relationship Id="rId7" Type="http://schemas.openxmlformats.org/officeDocument/2006/relationships/slideLayout" Target="../slideLayouts/slideLayout39.xml"/><Relationship Id="rId8" Type="http://schemas.openxmlformats.org/officeDocument/2006/relationships/slideLayout" Target="../slideLayouts/slideLayout40.xml"/><Relationship Id="rId9" Type="http://schemas.openxmlformats.org/officeDocument/2006/relationships/slideLayout" Target="../slideLayouts/slideLayout41.xml"/><Relationship Id="rId10" Type="http://schemas.openxmlformats.org/officeDocument/2006/relationships/slideLayout" Target="../slideLayouts/slideLayout42.xml"/><Relationship Id="rId11" Type="http://schemas.openxmlformats.org/officeDocument/2006/relationships/slideLayout" Target="../slideLayouts/slideLayout43.xml"/><Relationship Id="rId12" Type="http://schemas.openxmlformats.org/officeDocument/2006/relationships/slideLayout" Target="../slideLayouts/slideLayout44.xml"/><Relationship Id="rId13" Type="http://schemas.openxmlformats.org/officeDocument/2006/relationships/slideLayout" Target="../slideLayouts/slideLayout45.xml"/><Relationship Id="rId14" Type="http://schemas.openxmlformats.org/officeDocument/2006/relationships/slideLayout" Target="../slideLayouts/slideLayout46.xml"/><Relationship Id="rId15" Type="http://schemas.openxmlformats.org/officeDocument/2006/relationships/slideLayout" Target="../slideLayouts/slideLayout47.xml"/><Relationship Id="rId16" Type="http://schemas.openxmlformats.org/officeDocument/2006/relationships/slideLayout" Target="../slideLayouts/slideLayout48.xml"/><Relationship Id="rId17" Type="http://schemas.openxmlformats.org/officeDocument/2006/relationships/slideLayout" Target="../slideLayouts/slideLayout49.xml"/><Relationship Id="rId18" Type="http://schemas.openxmlformats.org/officeDocument/2006/relationships/slideLayout" Target="../slideLayouts/slideLayout50.xml"/><Relationship Id="rId19" Type="http://schemas.openxmlformats.org/officeDocument/2006/relationships/slideLayout" Target="../slideLayouts/slideLayout51.xml"/><Relationship Id="rId20" Type="http://schemas.openxmlformats.org/officeDocument/2006/relationships/slideLayout" Target="../slideLayouts/slideLayout52.xml"/><Relationship Id="rId21" Type="http://schemas.openxmlformats.org/officeDocument/2006/relationships/slideLayout" Target="../slideLayouts/slideLayout53.xml"/><Relationship Id="rId22" Type="http://schemas.openxmlformats.org/officeDocument/2006/relationships/slideLayout" Target="../slideLayouts/slideLayout54.xml"/><Relationship Id="rId23" Type="http://schemas.openxmlformats.org/officeDocument/2006/relationships/slideLayout" Target="../slideLayouts/slideLayout55.xml"/><Relationship Id="rId24" Type="http://schemas.openxmlformats.org/officeDocument/2006/relationships/slideLayout" Target="../slideLayouts/slideLayout56.xml"/><Relationship Id="rId25" Type="http://schemas.openxmlformats.org/officeDocument/2006/relationships/slideLayout" Target="../slideLayouts/slideLayout57.xml"/><Relationship Id="rId26" Type="http://schemas.openxmlformats.org/officeDocument/2006/relationships/slideLayout" Target="../slideLayouts/slideLayout58.xml"/><Relationship Id="rId27" Type="http://schemas.openxmlformats.org/officeDocument/2006/relationships/slideLayout" Target="../slideLayouts/slideLayout59.xml"/><Relationship Id="rId28" Type="http://schemas.openxmlformats.org/officeDocument/2006/relationships/slideLayout" Target="../slideLayouts/slideLayout60.xml"/><Relationship Id="rId29" Type="http://schemas.openxmlformats.org/officeDocument/2006/relationships/slideLayout" Target="../slideLayouts/slideLayout61.xml"/><Relationship Id="rId30" Type="http://schemas.openxmlformats.org/officeDocument/2006/relationships/slideLayout" Target="../slideLayouts/slideLayout62.xml"/><Relationship Id="rId31" Type="http://schemas.openxmlformats.org/officeDocument/2006/relationships/theme" Target="../theme/theme2.xml"/><Relationship Id="rId32"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EC85B358-AF2D-491C-A3BA-0465D8177799}"/>
              </a:ext>
              <a:ext uri="{C183D7F6-B498-43B3-948B-1728B52AA6E4}">
                <adec:decorative xmlns:adec="http://schemas.microsoft.com/office/drawing/2017/decorative" val="0"/>
              </a:ext>
            </a:extLst>
          </p:cNvPr>
          <p:cNvPicPr>
            <a:picLocks noChangeAspect="1"/>
          </p:cNvPicPr>
          <p:nvPr userDrawn="1"/>
        </p:nvPicPr>
        <p:blipFill rotWithShape="1">
          <a:blip r:embed="rId34"/>
          <a:srcRect l="762"/>
          <a:stretch/>
        </p:blipFill>
        <p:spPr>
          <a:xfrm rot="5400000">
            <a:off x="9455831"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4779" r:id="rId1"/>
    <p:sldLayoutId id="2147484766" r:id="rId2"/>
    <p:sldLayoutId id="2147484786" r:id="rId3"/>
    <p:sldLayoutId id="2147484781" r:id="rId4"/>
    <p:sldLayoutId id="2147484782" r:id="rId5"/>
    <p:sldLayoutId id="2147484762" r:id="rId6"/>
    <p:sldLayoutId id="2147484240" r:id="rId7"/>
    <p:sldLayoutId id="2147484793" r:id="rId8"/>
    <p:sldLayoutId id="2147484788" r:id="rId9"/>
    <p:sldLayoutId id="2147484241" r:id="rId10"/>
    <p:sldLayoutId id="2147484789" r:id="rId11"/>
    <p:sldLayoutId id="2147484474" r:id="rId12"/>
    <p:sldLayoutId id="2147484245" r:id="rId13"/>
    <p:sldLayoutId id="2147484247" r:id="rId14"/>
    <p:sldLayoutId id="2147484639" r:id="rId15"/>
    <p:sldLayoutId id="2147484603" r:id="rId16"/>
    <p:sldLayoutId id="2147484700" r:id="rId17"/>
    <p:sldLayoutId id="2147484701" r:id="rId18"/>
    <p:sldLayoutId id="2147484702" r:id="rId19"/>
    <p:sldLayoutId id="2147484640" r:id="rId20"/>
    <p:sldLayoutId id="2147484641" r:id="rId21"/>
    <p:sldLayoutId id="2147484583" r:id="rId22"/>
    <p:sldLayoutId id="2147484249" r:id="rId23"/>
    <p:sldLayoutId id="2147484582" r:id="rId24"/>
    <p:sldLayoutId id="2147484584" r:id="rId25"/>
    <p:sldLayoutId id="2147484256" r:id="rId26"/>
    <p:sldLayoutId id="2147484257" r:id="rId27"/>
    <p:sldLayoutId id="2147484585" r:id="rId28"/>
    <p:sldLayoutId id="2147484760" r:id="rId29"/>
    <p:sldLayoutId id="2147484783" r:id="rId30"/>
    <p:sldLayoutId id="2147484761" r:id="rId31"/>
    <p:sldLayoutId id="2147484263" r:id="rId32"/>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AA8BCD47-4247-4ABA-A99B-DEE7D4A0B47E}"/>
              </a:ext>
              <a:ext uri="{C183D7F6-B498-43B3-948B-1728B52AA6E4}">
                <adec:decorative xmlns:adec="http://schemas.microsoft.com/office/drawing/2017/decorative" val="0"/>
              </a:ext>
            </a:extLst>
          </p:cNvPr>
          <p:cNvPicPr>
            <a:picLocks noChangeAspect="1"/>
          </p:cNvPicPr>
          <p:nvPr userDrawn="1"/>
        </p:nvPicPr>
        <p:blipFill rotWithShape="1">
          <a:blip r:embed="rId32"/>
          <a:srcRect l="762"/>
          <a:stretch/>
        </p:blipFill>
        <p:spPr>
          <a:xfrm rot="5400000">
            <a:off x="9455831" y="2843773"/>
            <a:ext cx="6858000" cy="1170455"/>
          </a:xfrm>
          <a:prstGeom prst="rect">
            <a:avLst/>
          </a:prstGeom>
        </p:spPr>
      </p:pic>
    </p:spTree>
    <p:extLst>
      <p:ext uri="{BB962C8B-B14F-4D97-AF65-F5344CB8AC3E}">
        <p14:creationId xmlns:p14="http://schemas.microsoft.com/office/powerpoint/2010/main" val="2789957686"/>
      </p:ext>
    </p:extLst>
  </p:cSld>
  <p:clrMap bg1="dk1" tx1="lt1" bg2="dk2" tx2="lt2" accent1="accent1" accent2="accent2" accent3="accent3" accent4="accent4" accent5="accent5" accent6="accent6" hlink="hlink" folHlink="folHlink"/>
  <p:sldLayoutIdLst>
    <p:sldLayoutId id="2147484780" r:id="rId1"/>
    <p:sldLayoutId id="2147484771" r:id="rId2"/>
    <p:sldLayoutId id="2147484787" r:id="rId3"/>
    <p:sldLayoutId id="2147484784" r:id="rId4"/>
    <p:sldLayoutId id="2147484650" r:id="rId5"/>
    <p:sldLayoutId id="2147484790" r:id="rId6"/>
    <p:sldLayoutId id="2147484651" r:id="rId7"/>
    <p:sldLayoutId id="2147484791" r:id="rId8"/>
    <p:sldLayoutId id="2147484795" r:id="rId9"/>
    <p:sldLayoutId id="2147484794" r:id="rId10"/>
    <p:sldLayoutId id="2147484652" r:id="rId11"/>
    <p:sldLayoutId id="2147484653" r:id="rId12"/>
    <p:sldLayoutId id="2147484655" r:id="rId13"/>
    <p:sldLayoutId id="2147484656" r:id="rId14"/>
    <p:sldLayoutId id="2147484738" r:id="rId15"/>
    <p:sldLayoutId id="2147484739" r:id="rId16"/>
    <p:sldLayoutId id="2147484740" r:id="rId17"/>
    <p:sldLayoutId id="2147484661" r:id="rId18"/>
    <p:sldLayoutId id="2147484663" r:id="rId19"/>
    <p:sldLayoutId id="2147484665" r:id="rId20"/>
    <p:sldLayoutId id="2147484774" r:id="rId21"/>
    <p:sldLayoutId id="2147484775" r:id="rId22"/>
    <p:sldLayoutId id="2147484776" r:id="rId23"/>
    <p:sldLayoutId id="2147484666" r:id="rId24"/>
    <p:sldLayoutId id="2147484667" r:id="rId25"/>
    <p:sldLayoutId id="2147484668" r:id="rId26"/>
    <p:sldLayoutId id="2147484670" r:id="rId27"/>
    <p:sldLayoutId id="2147484773" r:id="rId28"/>
    <p:sldLayoutId id="2147484792" r:id="rId29"/>
    <p:sldLayoutId id="2147484785" r:id="rId30"/>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88"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8801444"/>
      </p:ext>
    </p:extLst>
  </p:cSld>
  <p:clrMapOvr>
    <a:masterClrMapping/>
  </p:clrMapOvr>
  <p:transition>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an AI-Powered Image Analyzer</a:t>
            </a:r>
          </a:p>
        </p:txBody>
      </p:sp>
      <p:sp>
        <p:nvSpPr>
          <p:cNvPr id="3" name="Text Placeholder 2"/>
          <p:cNvSpPr>
            <a:spLocks noGrp="1"/>
          </p:cNvSpPr>
          <p:nvPr>
            <p:ph type="body" idx="12" sz="quarter"/>
          </p:nvPr>
        </p:nvSpPr>
        <p:spPr/>
        <p:txBody>
          <a:bodyPr/>
          <a:lstStyle/>
          <a:p>
            <a:r>
              <a:t>Azure AI Vision Workshop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Me</a:t>
            </a:r>
          </a:p>
        </p:txBody>
      </p:sp>
      <p:sp>
        <p:nvSpPr>
          <p:cNvPr id="3" name="Text Placeholder 2"/>
          <p:cNvSpPr>
            <a:spLocks noGrp="1"/>
          </p:cNvSpPr>
          <p:nvPr>
            <p:ph type="body" idx="10" sz="quarter"/>
          </p:nvPr>
        </p:nvSpPr>
        <p:spPr/>
        <p:txBody>
          <a:bodyPr/>
          <a:lstStyle/>
          <a:p>
            <a:pPr>
              <a:defRPr sz="1800"/>
            </a:pPr>
            <a:r>
              <a:t>Jainal Gosaliya</a:t>
            </a:r>
          </a:p>
          <a:p>
            <a:pPr>
              <a:defRPr sz="1800"/>
            </a:pPr>
          </a:p>
          <a:p>
            <a:pPr>
              <a:defRPr sz="1800"/>
            </a:pPr>
            <a:r>
              <a:t>Beta Microsoft Learn Student Ambassador</a:t>
            </a:r>
          </a:p>
          <a:p>
            <a:pPr>
              <a:defRPr sz="1800"/>
            </a:pPr>
          </a:p>
          <a:p>
            <a:pPr>
              <a:defRPr sz="1800"/>
            </a:pPr>
            <a:r>
              <a:t>Pursuing Masters of Software Engineering Systems</a:t>
            </a:r>
          </a:p>
          <a:p>
            <a:pPr>
              <a:defRPr sz="1800"/>
            </a:pPr>
            <a:r>
              <a:t>at Northeastern University</a:t>
            </a:r>
          </a:p>
          <a:p>
            <a:pPr>
              <a:defRPr sz="1800"/>
            </a:pPr>
          </a:p>
          <a:p>
            <a:pPr>
              <a:defRPr sz="1800"/>
            </a:pPr>
            <a:r>
              <a:t>Loves Python, AI, and Azure!</a:t>
            </a:r>
          </a:p>
          <a:p>
            <a:pPr>
              <a:defRPr sz="1800"/>
            </a:pPr>
          </a:p>
          <a:p>
            <a:pPr>
              <a:defRPr sz="1800"/>
            </a:pPr>
            <a:r>
              <a:t>Connect with me:</a:t>
            </a:r>
          </a:p>
          <a:p>
            <a:pPr>
              <a:defRPr sz="1800"/>
            </a:pPr>
            <a:r>
              <a:t>linkedin.com/in/jainal-gosaliya</a:t>
            </a:r>
          </a:p>
          <a:p>
            <a:pPr>
              <a:defRPr sz="1800"/>
            </a:pPr>
            <a:r>
              <a:t>github.com/jainal09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Text Placeholder 2"/>
          <p:cNvSpPr>
            <a:spLocks noGrp="1"/>
          </p:cNvSpPr>
          <p:nvPr>
            <p:ph type="body" idx="10" sz="quarter"/>
          </p:nvPr>
        </p:nvSpPr>
        <p:spPr/>
        <p:txBody>
          <a:bodyPr/>
          <a:lstStyle/>
          <a:p>
            <a:pPr>
              <a:defRPr sz="1800"/>
            </a:pPr>
            <a:r>
              <a:t>What We'll Cover Today</a:t>
            </a:r>
          </a:p>
          <a:p>
            <a:pPr>
              <a:defRPr sz="1800"/>
            </a:pPr>
          </a:p>
          <a:p>
            <a:pPr>
              <a:defRPr sz="1800"/>
            </a:pPr>
            <a:r>
              <a:t>- Introduction to Azure AI Vision (5 min)</a:t>
            </a:r>
          </a:p>
          <a:p>
            <a:pPr>
              <a:defRPr sz="1800"/>
            </a:pPr>
            <a:r>
              <a:t>- Key Features &amp; Use Cases (3 min)</a:t>
            </a:r>
          </a:p>
          <a:p>
            <a:pPr>
              <a:defRPr sz="1800"/>
            </a:pPr>
            <a:r>
              <a:t>- Live Demo: Build an Image Analyzer (20 min)</a:t>
            </a:r>
          </a:p>
          <a:p>
            <a:pPr>
              <a:defRPr sz="1800"/>
            </a:pPr>
            <a:r>
              <a:t>- Q&amp;A (2 min)</a:t>
            </a:r>
          </a:p>
          <a:p>
            <a:pPr>
              <a:defRPr sz="1800"/>
            </a:pPr>
          </a:p>
          <a:p>
            <a:pPr>
              <a:defRPr sz="1800"/>
            </a:pPr>
            <a:r>
              <a:t>By the end, you'll be able to:</a:t>
            </a:r>
          </a:p>
          <a:p>
            <a:pPr>
              <a:defRPr sz="1800"/>
            </a:pPr>
            <a:r>
              <a:t>- Set up Azure AI Vision from scratch</a:t>
            </a:r>
          </a:p>
          <a:p>
            <a:pPr>
              <a:defRPr sz="1800"/>
            </a:pPr>
            <a:r>
              <a:t>- Build a working image analyzer app</a:t>
            </a:r>
          </a:p>
          <a:p>
            <a:pPr>
              <a:defRPr sz="1800"/>
            </a:pPr>
            <a:r>
              <a:t>- Extract text, detect objects, and generate captions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Azure AI Vision?</a:t>
            </a:r>
          </a:p>
        </p:txBody>
      </p:sp>
      <p:sp>
        <p:nvSpPr>
          <p:cNvPr id="3" name="Text Placeholder 2"/>
          <p:cNvSpPr>
            <a:spLocks noGrp="1"/>
          </p:cNvSpPr>
          <p:nvPr>
            <p:ph type="body" idx="10" sz="quarter"/>
          </p:nvPr>
        </p:nvSpPr>
        <p:spPr/>
        <p:txBody>
          <a:bodyPr/>
          <a:lstStyle/>
          <a:p>
            <a:pPr>
              <a:defRPr sz="1800"/>
            </a:pPr>
            <a:r>
              <a:t>Cloud-based AI service that analyzes images and extracts information</a:t>
            </a:r>
          </a:p>
          <a:p>
            <a:pPr>
              <a:defRPr sz="1800"/>
            </a:pPr>
          </a:p>
          <a:p>
            <a:pPr>
              <a:defRPr sz="1800"/>
            </a:pPr>
            <a:r>
              <a:t>Part of: Microsoft Foundry Tools (Azure AI Services)</a:t>
            </a:r>
          </a:p>
          <a:p>
            <a:pPr>
              <a:defRPr sz="1800"/>
            </a:pPr>
          </a:p>
          <a:p>
            <a:pPr>
              <a:defRPr sz="1800"/>
            </a:pPr>
            <a:r>
              <a:t>Key Capabilities:</a:t>
            </a:r>
          </a:p>
          <a:p>
            <a:pPr>
              <a:defRPr sz="1800"/>
            </a:pPr>
            <a:r>
              <a:t>- Read and extract text from images (OCR)</a:t>
            </a:r>
          </a:p>
          <a:p>
            <a:pPr>
              <a:defRPr sz="1800"/>
            </a:pPr>
            <a:r>
              <a:t>- Detect and identify objects in photos</a:t>
            </a:r>
          </a:p>
          <a:p>
            <a:pPr>
              <a:defRPr sz="1800"/>
            </a:pPr>
            <a:r>
              <a:t>- Generate human-like image descriptions</a:t>
            </a:r>
          </a:p>
          <a:p>
            <a:pPr>
              <a:defRPr sz="1800"/>
            </a:pPr>
            <a:r>
              <a:t>- Analyze image content and metadata</a:t>
            </a:r>
          </a:p>
          <a:p>
            <a:pPr>
              <a:defRPr sz="1800"/>
            </a:pPr>
          </a:p>
          <a:p>
            <a:pPr>
              <a:defRPr sz="1800"/>
            </a:pPr>
            <a:r>
              <a:t>Pricing: Free tier available!</a:t>
            </a:r>
          </a:p>
          <a:p>
            <a:pPr>
              <a:defRPr sz="1800"/>
            </a:pPr>
            <a:r>
              <a:t>- 20 calls/minute</a:t>
            </a:r>
          </a:p>
          <a:p>
            <a:pPr>
              <a:defRPr sz="1800"/>
            </a:pPr>
            <a:r>
              <a:t>- 5,000 calls/month</a:t>
            </a:r>
          </a:p>
          <a:p>
            <a:pPr>
              <a:defRPr sz="1800"/>
            </a:pPr>
          </a:p>
          <a:p>
            <a:pPr>
              <a:defRPr sz="1800"/>
            </a:pPr>
            <a:r>
              <a:t>learn.microsoft.com/azure/ai-services/computer-vision/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Features</a:t>
            </a:r>
          </a:p>
        </p:txBody>
      </p:sp>
      <p:sp>
        <p:nvSpPr>
          <p:cNvPr id="3" name="Text Placeholder 2"/>
          <p:cNvSpPr>
            <a:spLocks noGrp="1"/>
          </p:cNvSpPr>
          <p:nvPr>
            <p:ph type="body" idx="10" sz="quarter"/>
          </p:nvPr>
        </p:nvSpPr>
        <p:spPr/>
        <p:txBody>
          <a:bodyPr/>
          <a:lstStyle/>
          <a:p>
            <a:pPr>
              <a:defRPr sz="1800"/>
            </a:pPr>
            <a:r>
              <a:t>OCR (Read)</a:t>
            </a:r>
          </a:p>
          <a:p>
            <a:pPr>
              <a:defRPr sz="1800"/>
            </a:pPr>
            <a:r>
              <a:t>Extract printed &amp; handwritten text - scan receipts, documents, signs</a:t>
            </a:r>
          </a:p>
          <a:p>
            <a:pPr>
              <a:defRPr sz="1800"/>
            </a:pPr>
          </a:p>
          <a:p>
            <a:pPr>
              <a:defRPr sz="1800"/>
            </a:pPr>
            <a:r>
              <a:t>Image Captions</a:t>
            </a:r>
          </a:p>
          <a:p>
            <a:pPr>
              <a:defRPr sz="1800"/>
            </a:pPr>
            <a:r>
              <a:t>Generate natural language descriptions - "A dog playing in the park"</a:t>
            </a:r>
          </a:p>
          <a:p>
            <a:pPr>
              <a:defRPr sz="1800"/>
            </a:pPr>
          </a:p>
          <a:p>
            <a:pPr>
              <a:defRPr sz="1800"/>
            </a:pPr>
            <a:r>
              <a:t>Object Detection</a:t>
            </a:r>
          </a:p>
          <a:p>
            <a:pPr>
              <a:defRPr sz="1800"/>
            </a:pPr>
            <a:r>
              <a:t>Identify objects with bounding boxes - find all cars in a parking lot</a:t>
            </a:r>
          </a:p>
          <a:p>
            <a:pPr>
              <a:defRPr sz="1800"/>
            </a:pPr>
          </a:p>
          <a:p>
            <a:pPr>
              <a:defRPr sz="1800"/>
            </a:pPr>
            <a:r>
              <a:t>Smart Tags</a:t>
            </a:r>
          </a:p>
          <a:p>
            <a:pPr>
              <a:defRPr sz="1800"/>
            </a:pPr>
            <a:r>
              <a:t>Label images with keywords - ["outdoor", "nature", "sunny"]</a:t>
            </a:r>
          </a:p>
          <a:p>
            <a:pPr>
              <a:defRPr sz="1800"/>
            </a:pPr>
          </a:p>
          <a:p>
            <a:pPr>
              <a:defRPr sz="1800"/>
            </a:pPr>
            <a:r>
              <a:t>Dense Captions</a:t>
            </a:r>
          </a:p>
          <a:p>
            <a:pPr>
              <a:defRPr sz="1800"/>
            </a:pPr>
            <a:r>
              <a:t>Multiple captions for different regions of an image</a:t>
            </a:r>
          </a:p>
          <a:p>
            <a:pPr>
              <a:defRPr sz="1800"/>
            </a:pPr>
          </a:p>
          <a:p>
            <a:pPr>
              <a:defRPr sz="1800"/>
            </a:pPr>
            <a:r>
              <a:t>People Detection</a:t>
            </a:r>
          </a:p>
          <a:p>
            <a:pPr>
              <a:defRPr sz="1800"/>
            </a:pPr>
            <a:r>
              <a:t>Detect people and their positions in photos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Real-World Use Cases</a:t>
            </a:r>
          </a:p>
        </p:txBody>
      </p:sp>
      <p:sp>
        <p:nvSpPr>
          <p:cNvPr id="3" name="Text Placeholder 2"/>
          <p:cNvSpPr>
            <a:spLocks noGrp="1"/>
          </p:cNvSpPr>
          <p:nvPr>
            <p:ph type="body" idx="10" sz="quarter"/>
          </p:nvPr>
        </p:nvSpPr>
        <p:spPr/>
        <p:txBody>
          <a:bodyPr/>
          <a:lstStyle/>
          <a:p>
            <a:pPr>
              <a:defRPr sz="1800"/>
            </a:pPr>
            <a:r>
              <a:t>Accessibility</a:t>
            </a:r>
          </a:p>
          <a:p>
            <a:pPr>
              <a:defRPr sz="1800"/>
            </a:pPr>
            <a:r>
              <a:t>- Screen readers describing images for visually impaired users</a:t>
            </a:r>
          </a:p>
          <a:p>
            <a:pPr>
              <a:defRPr sz="1800"/>
            </a:pPr>
            <a:r>
              <a:t>- Alt-text generation for websites</a:t>
            </a:r>
          </a:p>
          <a:p>
            <a:pPr>
              <a:defRPr sz="1800"/>
            </a:pPr>
          </a:p>
          <a:p>
            <a:pPr>
              <a:defRPr sz="1800"/>
            </a:pPr>
            <a:r>
              <a:t>Retail &amp; E-commerce</a:t>
            </a:r>
          </a:p>
          <a:p>
            <a:pPr>
              <a:defRPr sz="1800"/>
            </a:pPr>
            <a:r>
              <a:t>- Product image tagging</a:t>
            </a:r>
          </a:p>
          <a:p>
            <a:pPr>
              <a:defRPr sz="1800"/>
            </a:pPr>
            <a:r>
              <a:t>- Visual search ("find similar items")</a:t>
            </a:r>
          </a:p>
          <a:p>
            <a:pPr>
              <a:defRPr sz="1800"/>
            </a:pPr>
          </a:p>
          <a:p>
            <a:pPr>
              <a:defRPr sz="1800"/>
            </a:pPr>
            <a:r>
              <a:t>Document Processing</a:t>
            </a:r>
          </a:p>
          <a:p>
            <a:pPr>
              <a:defRPr sz="1800"/>
            </a:pPr>
            <a:r>
              <a:t>- Digitize paper documents</a:t>
            </a:r>
          </a:p>
          <a:p>
            <a:pPr>
              <a:defRPr sz="1800"/>
            </a:pPr>
            <a:r>
              <a:t>- Extract data from forms and receipts</a:t>
            </a:r>
          </a:p>
          <a:p>
            <a:pPr>
              <a:defRPr sz="1800"/>
            </a:pPr>
          </a:p>
          <a:p>
            <a:pPr>
              <a:defRPr sz="1800"/>
            </a:pPr>
            <a:r>
              <a:t>Security &amp; Surveillance</a:t>
            </a:r>
          </a:p>
          <a:p>
            <a:pPr>
              <a:defRPr sz="1800"/>
            </a:pPr>
            <a:r>
              <a:t>- Object detection in security feeds</a:t>
            </a:r>
          </a:p>
          <a:p>
            <a:pPr>
              <a:defRPr sz="1800"/>
            </a:pPr>
            <a:r>
              <a:t>- License plate recognition</a:t>
            </a:r>
          </a:p>
          <a:p>
            <a:pPr>
              <a:defRPr sz="1800"/>
            </a:pPr>
          </a:p>
          <a:p>
            <a:pPr>
              <a:defRPr sz="1800"/>
            </a:pPr>
            <a:r>
              <a:t>Social Media</a:t>
            </a:r>
          </a:p>
          <a:p>
            <a:pPr>
              <a:defRPr sz="1800"/>
            </a:pPr>
            <a:r>
              <a:t>- Content moderation</a:t>
            </a:r>
          </a:p>
          <a:p>
            <a:pPr>
              <a:defRPr sz="1800"/>
            </a:pPr>
            <a:r>
              <a:t>- Auto-tagging photos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We'll Build</a:t>
            </a:r>
          </a:p>
        </p:txBody>
      </p:sp>
      <p:sp>
        <p:nvSpPr>
          <p:cNvPr id="3" name="Text Placeholder 2"/>
          <p:cNvSpPr>
            <a:spLocks noGrp="1"/>
          </p:cNvSpPr>
          <p:nvPr>
            <p:ph type="body" idx="10" sz="quarter"/>
          </p:nvPr>
        </p:nvSpPr>
        <p:spPr/>
        <p:txBody>
          <a:bodyPr/>
          <a:lstStyle/>
          <a:p>
            <a:pPr>
              <a:defRPr sz="1800"/>
            </a:pPr>
            <a:r>
              <a:t>A Streamlit web app that:</a:t>
            </a:r>
          </a:p>
          <a:p>
            <a:pPr>
              <a:defRPr sz="1800"/>
            </a:pPr>
          </a:p>
          <a:p>
            <a:pPr>
              <a:defRPr sz="1800"/>
            </a:pPr>
            <a:r>
              <a:t>1. Accepts image upload or URL</a:t>
            </a:r>
          </a:p>
          <a:p>
            <a:pPr>
              <a:defRPr sz="1800"/>
            </a:pPr>
            <a:r>
              <a:t>2. Sends image to Azure AI Vision API</a:t>
            </a:r>
          </a:p>
          <a:p>
            <a:pPr>
              <a:defRPr sz="1800"/>
            </a:pPr>
            <a:r>
              <a:t>3. Displays results:</a:t>
            </a:r>
          </a:p>
          <a:p>
            <a:pPr>
              <a:defRPr sz="1800"/>
            </a:pPr>
            <a:r>
              <a:t>   - Generated caption</a:t>
            </a:r>
          </a:p>
          <a:p>
            <a:pPr>
              <a:defRPr sz="1800"/>
            </a:pPr>
            <a:r>
              <a:t>   - Detected objects with bounding boxes</a:t>
            </a:r>
          </a:p>
          <a:p>
            <a:pPr>
              <a:defRPr sz="1800"/>
            </a:pPr>
            <a:r>
              <a:t>   - Extracted text (OCR)</a:t>
            </a:r>
          </a:p>
          <a:p>
            <a:pPr>
              <a:defRPr sz="1800"/>
            </a:pPr>
            <a:r>
              <a:t>   - Smart tags</a:t>
            </a:r>
          </a:p>
          <a:p>
            <a:pPr>
              <a:defRPr sz="1800"/>
            </a:pPr>
          </a:p>
          <a:p>
            <a:pPr>
              <a:defRPr sz="1800"/>
            </a:pPr>
            <a:r>
              <a:t>Tech Stack:</a:t>
            </a:r>
          </a:p>
          <a:p>
            <a:pPr>
              <a:defRPr sz="1800"/>
            </a:pPr>
            <a:r>
              <a:t>- Python 3.10+</a:t>
            </a:r>
          </a:p>
          <a:p>
            <a:pPr>
              <a:defRPr sz="1800"/>
            </a:pPr>
            <a:r>
              <a:t>- Streamlit (Web UI)</a:t>
            </a:r>
          </a:p>
          <a:p>
            <a:pPr>
              <a:defRPr sz="1800"/>
            </a:pPr>
            <a:r>
              <a:t>- Azure AI Vision SDK</a:t>
            </a:r>
          </a:p>
          <a:p>
            <a:pPr>
              <a:defRPr sz="1800"/>
            </a:pPr>
            <a:r>
              <a:t>- ~50 lines of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a:t>
            </a:r>
          </a:p>
        </p:txBody>
      </p:sp>
      <p:sp>
        <p:nvSpPr>
          <p:cNvPr id="3" name="Text Placeholder 2"/>
          <p:cNvSpPr>
            <a:spLocks noGrp="1"/>
          </p:cNvSpPr>
          <p:nvPr>
            <p:ph type="body" idx="12" sz="quarter"/>
          </p:nvPr>
        </p:nvSpPr>
        <p:spPr/>
        <p:txBody>
          <a:bodyPr/>
          <a:lstStyle/>
          <a:p>
            <a:r>
              <a:t>Let's build it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Resources &amp; Next Steps</a:t>
            </a:r>
          </a:p>
        </p:txBody>
      </p:sp>
      <p:sp>
        <p:nvSpPr>
          <p:cNvPr id="3" name="Text Placeholder 2"/>
          <p:cNvSpPr>
            <a:spLocks noGrp="1"/>
          </p:cNvSpPr>
          <p:nvPr>
            <p:ph type="body" idx="10" sz="quarter"/>
          </p:nvPr>
        </p:nvSpPr>
        <p:spPr/>
        <p:txBody>
          <a:bodyPr/>
          <a:lstStyle/>
          <a:p>
            <a:pPr>
              <a:defRPr sz="1800"/>
            </a:pPr>
            <a:r>
              <a:t>Official Documentation</a:t>
            </a:r>
          </a:p>
          <a:p>
            <a:pPr>
              <a:defRPr sz="1800"/>
            </a:pPr>
            <a:r>
              <a:t>learn.microsoft.com/azure/ai-services/computer-vision/</a:t>
            </a:r>
          </a:p>
          <a:p>
            <a:pPr>
              <a:defRPr sz="1800"/>
            </a:pPr>
          </a:p>
          <a:p>
            <a:pPr>
              <a:defRPr sz="1800"/>
            </a:pPr>
            <a:r>
              <a:t>Microsoft Learn Path</a:t>
            </a:r>
          </a:p>
          <a:p>
            <a:pPr>
              <a:defRPr sz="1800"/>
            </a:pPr>
            <a:r>
              <a:t>learn.microsoft.com/training/paths/create-computer-vision-solutions-azure-ai/</a:t>
            </a:r>
          </a:p>
          <a:p>
            <a:pPr>
              <a:defRPr sz="1800"/>
            </a:pPr>
          </a:p>
          <a:p>
            <a:pPr>
              <a:defRPr sz="1800"/>
            </a:pPr>
            <a:r>
              <a:t>Certifications</a:t>
            </a:r>
          </a:p>
          <a:p>
            <a:pPr>
              <a:defRPr sz="1800"/>
            </a:pPr>
            <a:r>
              <a:t>- AI-102: Azure AI Engineer Associate</a:t>
            </a:r>
          </a:p>
          <a:p>
            <a:pPr>
              <a:defRPr sz="1800"/>
            </a:pPr>
            <a:r>
              <a:t>- AI-900: Azure AI Fundamentals</a:t>
            </a:r>
          </a:p>
          <a:p>
            <a:pPr>
              <a:defRPr sz="1800"/>
            </a:pPr>
          </a:p>
          <a:p>
            <a:pPr>
              <a:defRPr sz="1800"/>
            </a:pPr>
            <a:r>
              <a:t>Code from Today</a:t>
            </a:r>
          </a:p>
          <a:p>
            <a:pPr>
              <a:defRPr sz="1800"/>
            </a:pPr>
            <a:r>
              <a:t>github.com/jainal09/azure-ai-vision-workshop</a:t>
            </a:r>
          </a:p>
          <a:p>
            <a:pPr>
              <a:defRPr sz="1800"/>
            </a:pPr>
          </a:p>
          <a:p>
            <a:pPr>
              <a:defRPr sz="1800"/>
            </a:pPr>
            <a:r>
              <a:t>Questions? Let's connect!</a:t>
            </a:r>
          </a:p>
          <a:p>
            <a:pPr>
              <a:defRPr sz="1800"/>
            </a:pPr>
            <a:r>
              <a:t>linkedin.com/in/jainal-gosaliya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WHITE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2" id="{060840F4-8442-4154-AE03-05700860E1B6}" vid="{2CA35654-AA95-4EAF-8C1E-008A884F020F}"/>
    </a:ext>
  </a:extLst>
</a:theme>
</file>

<file path=ppt/theme/theme2.xml><?xml version="1.0" encoding="utf-8"?>
<a:theme xmlns:a="http://schemas.openxmlformats.org/drawingml/2006/main" name="SOFT BLACK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2" id="{060840F4-8442-4154-AE03-05700860E1B6}" vid="{5909D274-6178-43D8-BFA6-D91DA2D000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haredWithUsers xmlns="211ea7d1-7d09-49a0-8c96-644562ad20a0">
      <UserInfo>
        <DisplayName>Steve Crawford (Collabera)</DisplayName>
        <AccountId>772</AccountId>
        <AccountType/>
      </UserInfo>
    </SharedWithUsers>
    <lcf76f155ced4ddcb4097134ff3c332f xmlns="b38ad2e8-7385-42ac-a943-76e9ea801cf0">
      <Terms xmlns="http://schemas.microsoft.com/office/infopath/2007/PartnerControls"/>
    </lcf76f155ced4ddcb4097134ff3c332f>
    <TaxCatchAll xmlns="211ea7d1-7d09-49a0-8c96-644562ad20a0" xsi:nil="true"/>
    <MediaLengthInSeconds xmlns="b38ad2e8-7385-42ac-a943-76e9ea801cf0"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B4391967ADFE8469D6C015465AD315E" ma:contentTypeVersion="15" ma:contentTypeDescription="Create a new document." ma:contentTypeScope="" ma:versionID="76fd0cb1433b6b795f79a99bcf638f94">
  <xsd:schema xmlns:xsd="http://www.w3.org/2001/XMLSchema" xmlns:xs="http://www.w3.org/2001/XMLSchema" xmlns:p="http://schemas.microsoft.com/office/2006/metadata/properties" xmlns:ns2="b38ad2e8-7385-42ac-a943-76e9ea801cf0" xmlns:ns3="211ea7d1-7d09-49a0-8c96-644562ad20a0" targetNamespace="http://schemas.microsoft.com/office/2006/metadata/properties" ma:root="true" ma:fieldsID="cc1a838bf31f1e772520fd3ce2d1ad1f" ns2:_="" ns3:_="">
    <xsd:import namespace="b38ad2e8-7385-42ac-a943-76e9ea801cf0"/>
    <xsd:import namespace="211ea7d1-7d09-49a0-8c96-644562ad20a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ObjectDetectorVersions" minOccurs="0"/>
                <xsd:element ref="ns2:MediaServiceGenerationTime" minOccurs="0"/>
                <xsd:element ref="ns2:MediaServiceEventHashCode" minOccurs="0"/>
                <xsd:element ref="ns2:MediaServiceSearchProperties" minOccurs="0"/>
                <xsd:element ref="ns2:MediaServiceBillingMetadata"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8ad2e8-7385-42ac-a943-76e9ea801cf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1472b233-b75e-480f-895d-2146ed98f06a"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1ea7d1-7d09-49a0-8c96-644562ad20a0"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6cd28537-066f-45e0-9d5d-92c5d9db2510}" ma:internalName="TaxCatchAll" ma:showField="CatchAllData" ma:web="211ea7d1-7d09-49a0-8c96-644562ad20a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F990F116-B58F-4255-B05B-DA3808E0E5C6}">
  <ds:schemaRefs>
    <ds:schemaRef ds:uri="211ea7d1-7d09-49a0-8c96-644562ad20a0"/>
    <ds:schemaRef ds:uri="b38ad2e8-7385-42ac-a943-76e9ea801cf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D94F210-A894-4561-8C89-A2786083C100}">
  <ds:schemaRefs>
    <ds:schemaRef ds:uri="211ea7d1-7d09-49a0-8c96-644562ad20a0"/>
    <ds:schemaRef ds:uri="b38ad2e8-7385-42ac-a943-76e9ea801cf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WHITE TEMPLATE</Template>
  <TotalTime>0</TotalTime>
  <Words>1351</Words>
  <Application>Microsoft Macintosh PowerPoint</Application>
  <PresentationFormat>Widescreen</PresentationFormat>
  <Paragraphs>152</Paragraphs>
  <Slides>18</Slides>
  <Notes>17</Notes>
  <HiddenSlides>1</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18</vt:i4>
      </vt:variant>
    </vt:vector>
  </HeadingPairs>
  <TitlesOfParts>
    <vt:vector size="27" baseType="lpstr">
      <vt:lpstr>Arial</vt:lpstr>
      <vt:lpstr>Consolas</vt:lpstr>
      <vt:lpstr>Segoe UI</vt:lpstr>
      <vt:lpstr>Segoe UI Light</vt:lpstr>
      <vt:lpstr>Segoe UI Semibold</vt:lpstr>
      <vt:lpstr>Segoe UI Semilight</vt:lpstr>
      <vt:lpstr>Wingdings</vt:lpstr>
      <vt:lpstr>WHITE TEMPLATE</vt:lpstr>
      <vt:lpstr>SOFT BLACK TEMPLATE</vt:lpstr>
      <vt:lpstr>PowerPoint Presentation</vt:lpstr>
      <vt:lpstr>PowerPoint Presentation</vt:lpstr>
      <vt:lpstr>Event name or presentation title</vt:lpstr>
      <vt:lpstr>Event name or presentation title</vt:lpstr>
      <vt:lpstr>Text layout (without bullet points)</vt:lpstr>
      <vt:lpstr>Text layout with bulleted text</vt:lpstr>
      <vt:lpstr>Text layout with bulleted text</vt:lpstr>
      <vt:lpstr>Example with longer headline text wrapping to a second line</vt:lpstr>
      <vt:lpstr>Adjusting list levels</vt:lpstr>
      <vt:lpstr>Bullet points layout with subtitle Set the subtitle to 20pt in the same text block, with character spacing Normal</vt:lpstr>
      <vt:lpstr>Slide palette info</vt:lpstr>
      <vt:lpstr>Creating accessible content</vt:lpstr>
      <vt:lpstr>Demo</vt:lpstr>
      <vt:lpstr>Video</vt:lpstr>
      <vt:lpstr>Section title</vt:lpstr>
      <vt:lpstr>Software code slide</vt:lpstr>
      <vt:lpstr>Notes (hidden)</vt:lpstr>
      <vt:lpstr>PowerPoint Presentation</vt:lpstr>
    </vt:vector>
  </TitlesOfParts>
  <Manager>&lt;Comms manager name here&gt;</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MSP Program</dc:subject>
  <dc:creator>"Heidi Laverty" &lt;heidi@mindseyepdx.com&gt;</dc:creator>
  <cp:keywords/>
  <dc:description/>
  <cp:lastModifiedBy>Jainal Gosaliya</cp:lastModifiedBy>
  <cp:revision>3</cp:revision>
  <dcterms:created xsi:type="dcterms:W3CDTF">2019-03-28T18:40:02Z</dcterms:created>
  <dcterms:modified xsi:type="dcterms:W3CDTF">2025-12-28T19:04:45Z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0x0101000B4391967ADFE8469D6C015465AD315E</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Owner">
    <vt:lpwstr>maryfj@microsoft.com</vt:lpwstr>
  </property>
  <property fmtid="{D5CDD505-2E9C-101B-9397-08002B2CF9AE}" pid="15" name="MSIP_Label_f42aa342-8706-4288-bd11-ebb85995028c_SetDate">
    <vt:lpwstr>2017-08-29T14:27:20.8568347-07:00</vt:lpwstr>
  </property>
  <property fmtid="{D5CDD505-2E9C-101B-9397-08002B2CF9AE}" pid="16" name="MSIP_Label_f42aa342-8706-4288-bd11-ebb85995028c_Name">
    <vt:lpwstr>General</vt:lpwstr>
  </property>
  <property fmtid="{D5CDD505-2E9C-101B-9397-08002B2CF9AE}" pid="17" name="MSIP_Label_f42aa342-8706-4288-bd11-ebb85995028c_Application">
    <vt:lpwstr>Microsoft Azure Information Protection</vt:lpwstr>
  </property>
  <property fmtid="{D5CDD505-2E9C-101B-9397-08002B2CF9AE}" pid="18" name="MSIP_Label_f42aa342-8706-4288-bd11-ebb85995028c_Extended_MSFT_Method">
    <vt:lpwstr>Automatic</vt:lpwstr>
  </property>
  <property fmtid="{D5CDD505-2E9C-101B-9397-08002B2CF9AE}" pid="19" name="Sensitivity">
    <vt:lpwstr>General</vt:lpwstr>
  </property>
  <property fmtid="{D5CDD505-2E9C-101B-9397-08002B2CF9AE}" pid="20" name="MediaServiceImageTags">
    <vt:lpwstr/>
  </property>
  <property fmtid="{D5CDD505-2E9C-101B-9397-08002B2CF9AE}" pid="21" name="Order">
    <vt:r8>728100</vt:r8>
  </property>
  <property fmtid="{D5CDD505-2E9C-101B-9397-08002B2CF9AE}" pid="22" name="xd_ProgID">
    <vt:lpwstr/>
  </property>
  <property fmtid="{D5CDD505-2E9C-101B-9397-08002B2CF9AE}" pid="23" name="ComplianceAssetId">
    <vt:lpwstr/>
  </property>
  <property fmtid="{D5CDD505-2E9C-101B-9397-08002B2CF9AE}" pid="24" name="TemplateUrl">
    <vt:lpwstr/>
  </property>
  <property fmtid="{D5CDD505-2E9C-101B-9397-08002B2CF9AE}" pid="25" name="_ExtendedDescription">
    <vt:lpwstr/>
  </property>
  <property fmtid="{D5CDD505-2E9C-101B-9397-08002B2CF9AE}" pid="26" name="TriggerFlowInfo">
    <vt:lpwstr/>
  </property>
  <property fmtid="{D5CDD505-2E9C-101B-9397-08002B2CF9AE}" pid="27" name="xd_Signature">
    <vt:bool>false</vt:bool>
  </property>
</Properties>
</file>